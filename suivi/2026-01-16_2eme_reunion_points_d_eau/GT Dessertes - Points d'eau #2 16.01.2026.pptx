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8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9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ink/ink2.xml" ContentType="application/inkml+xml"/>
  <Override PartName="/ppt/notesSlides/notesSlide6.xml" ContentType="application/vnd.openxmlformats-officedocument.presentationml.notesSlide+xml"/>
  <Override PartName="/ppt/ink/ink3.xml" ContentType="application/inkml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  <p:sldMasterId id="2147483665" r:id="rId5"/>
    <p:sldMasterId id="2147483690" r:id="rId6"/>
    <p:sldMasterId id="2147483692" r:id="rId7"/>
    <p:sldMasterId id="2147483713" r:id="rId8"/>
    <p:sldMasterId id="2147483721" r:id="rId9"/>
    <p:sldMasterId id="2147483729" r:id="rId10"/>
    <p:sldMasterId id="2147483731" r:id="rId11"/>
    <p:sldMasterId id="2147483742" r:id="rId12"/>
    <p:sldMasterId id="2147483753" r:id="rId13"/>
  </p:sldMasterIdLst>
  <p:notesMasterIdLst>
    <p:notesMasterId r:id="rId31"/>
  </p:notesMasterIdLst>
  <p:handoutMasterIdLst>
    <p:handoutMasterId r:id="rId32"/>
  </p:handoutMasterIdLst>
  <p:sldIdLst>
    <p:sldId id="778" r:id="rId14"/>
    <p:sldId id="772" r:id="rId15"/>
    <p:sldId id="504" r:id="rId16"/>
    <p:sldId id="797" r:id="rId17"/>
    <p:sldId id="802" r:id="rId18"/>
    <p:sldId id="798" r:id="rId19"/>
    <p:sldId id="793" r:id="rId20"/>
    <p:sldId id="800" r:id="rId21"/>
    <p:sldId id="801" r:id="rId22"/>
    <p:sldId id="799" r:id="rId23"/>
    <p:sldId id="803" r:id="rId24"/>
    <p:sldId id="807" r:id="rId25"/>
    <p:sldId id="809" r:id="rId26"/>
    <p:sldId id="806" r:id="rId27"/>
    <p:sldId id="805" r:id="rId28"/>
    <p:sldId id="804" r:id="rId29"/>
    <p:sldId id="788" r:id="rId30"/>
  </p:sldIdLst>
  <p:sldSz cx="12192000" cy="6858000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6CD415-AB66-7B51-192D-7E3EDD71FF5A}" name="Marion Lacroix" initials="ML" userId="S::mlacroix@ignf.onmicrosoft.com::9df64882-6113-4c49-9d2b-3e68714ee988" providerId="AD"/>
  <p188:author id="{A74D592B-1C76-9E2E-E9AB-90F9693CC65E}" name="Loic Brignone" initials="LB" userId="S::lbrignone@ignf.onmicrosoft.com::a1efbad3-713d-49d2-9711-50d65828dad4" providerId="AD"/>
  <p188:author id="{BAFB0943-2FA6-0F68-58C5-FE81A57F26EC}" name="Marion Lacroix" initials="ML" userId="S::marion.lacroix@ign.fr::9df64882-6113-4c49-9d2b-3e68714ee988" providerId="AD"/>
  <p188:author id="{B4E282A7-7901-E486-CF4A-32846AE4F99F}" name="Marianne JANOWSKI" initials="MJ" userId="S::mjanowski@ignf.onmicrosoft.com::4baf287f-b9fc-4012-b573-cc645235dd3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Thierry Saffroy" initials="TS [2]" lastIdx="1" clrIdx="6">
    <p:extLst>
      <p:ext uri="{19B8F6BF-5375-455C-9EA6-DF929625EA0E}">
        <p15:presenceInfo xmlns:p15="http://schemas.microsoft.com/office/powerpoint/2012/main" userId="S::tsaffroy@ignf.onmicrosoft.com::ce28d226-01c7-4cd3-a339-989f2bb19eb3" providerId="AD"/>
      </p:ext>
    </p:extLst>
  </p:cmAuthor>
  <p:cmAuthor id="1" name="MONCHAUX Philippe" initials="MP" lastIdx="16" clrIdx="0"/>
  <p:cmAuthor id="8" name="Marion Lacroix" initials="ML [2]" lastIdx="1" clrIdx="7">
    <p:extLst>
      <p:ext uri="{19B8F6BF-5375-455C-9EA6-DF929625EA0E}">
        <p15:presenceInfo xmlns:p15="http://schemas.microsoft.com/office/powerpoint/2012/main" userId="S::marion.lacroix@ign.fr::9df64882-6113-4c49-9d2b-3e68714ee988" providerId="AD"/>
      </p:ext>
    </p:extLst>
  </p:cmAuthor>
  <p:cmAuthor id="2" name="PIN-JOUENNE Beatrice" initials="PB" lastIdx="12" clrIdx="1"/>
  <p:cmAuthor id="3" name="GINET Christophe" initials="GC" lastIdx="1" clrIdx="2"/>
  <p:cmAuthor id="4" name="MORILLON Vincent" initials="MV" lastIdx="7" clrIdx="3"/>
  <p:cmAuthor id="5" name="Marion Lacroix" initials="ML" lastIdx="3" clrIdx="4">
    <p:extLst>
      <p:ext uri="{19B8F6BF-5375-455C-9EA6-DF929625EA0E}">
        <p15:presenceInfo xmlns:p15="http://schemas.microsoft.com/office/powerpoint/2012/main" userId="S::MLacroix@IGNF.onmicrosoft.com::9df64882-6113-4c49-9d2b-3e68714ee988" providerId="AD"/>
      </p:ext>
    </p:extLst>
  </p:cmAuthor>
  <p:cmAuthor id="6" name="Thierry Saffroy" initials="TS" lastIdx="1" clrIdx="5">
    <p:extLst>
      <p:ext uri="{19B8F6BF-5375-455C-9EA6-DF929625EA0E}">
        <p15:presenceInfo xmlns:p15="http://schemas.microsoft.com/office/powerpoint/2012/main" userId="S::thierry.saffroy@ign.fr::ce28d226-01c7-4cd3-a339-989f2bb19eb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63C1"/>
    <a:srgbClr val="8FACFF"/>
    <a:srgbClr val="FE646F"/>
    <a:srgbClr val="FD8087"/>
    <a:srgbClr val="3883CE"/>
    <a:srgbClr val="6AA2DA"/>
    <a:srgbClr val="C4C4FD"/>
    <a:srgbClr val="C3C3FC"/>
    <a:srgbClr val="79E9B3"/>
    <a:srgbClr val="D4F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01" autoAdjust="0"/>
  </p:normalViewPr>
  <p:slideViewPr>
    <p:cSldViewPr snapToGrid="0">
      <p:cViewPr varScale="1">
        <p:scale>
          <a:sx n="106" d="100"/>
          <a:sy n="106" d="100"/>
        </p:scale>
        <p:origin x="7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21" Type="http://schemas.openxmlformats.org/officeDocument/2006/relationships/slide" Target="slides/slide8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commentAuthors" Target="commentAuthor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l">
              <a:defRPr sz="1100"/>
            </a:lvl1pPr>
          </a:lstStyle>
          <a:p>
            <a:r>
              <a:rPr lang="fr-FR"/>
              <a:t>CoPil NaviForest n°4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0508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r">
              <a:defRPr sz="1100"/>
            </a:lvl1pPr>
          </a:lstStyle>
          <a:p>
            <a:r>
              <a:rPr lang="fr-FR"/>
              <a:t>13/06/2023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l">
              <a:defRPr sz="1100"/>
            </a:lvl1pPr>
          </a:lstStyle>
          <a:p>
            <a:r>
              <a:rPr lang="fr-FR"/>
              <a:t>FCBA-IGN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0508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r">
              <a:defRPr sz="1100"/>
            </a:lvl1pPr>
          </a:lstStyle>
          <a:p>
            <a:fld id="{768F9535-FCA2-4290-A8B4-639E92801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1730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l">
              <a:defRPr sz="1100"/>
            </a:lvl1pPr>
          </a:lstStyle>
          <a:p>
            <a:r>
              <a:rPr lang="fr-FR"/>
              <a:t>CoPil NaviForest n°4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0508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r">
              <a:defRPr sz="1100"/>
            </a:lvl1pPr>
          </a:lstStyle>
          <a:p>
            <a:r>
              <a:rPr lang="fr-FR"/>
              <a:t>13/06/2023</a:t>
            </a:r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0" tIns="47375" rIns="94750" bIns="47375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01" y="4924989"/>
            <a:ext cx="5680103" cy="4029684"/>
          </a:xfrm>
          <a:prstGeom prst="rect">
            <a:avLst/>
          </a:prstGeom>
        </p:spPr>
        <p:txBody>
          <a:bodyPr vert="horz" lIns="94750" tIns="47375" rIns="94750" bIns="47375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l">
              <a:defRPr sz="1100"/>
            </a:lvl1pPr>
          </a:lstStyle>
          <a:p>
            <a:r>
              <a:rPr lang="fr-FR"/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0508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r">
              <a:defRPr sz="1100"/>
            </a:lvl1pPr>
          </a:lstStyle>
          <a:p>
            <a:fld id="{135E84F5-E102-4049-B206-4567741B15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653326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06CD8F-B7ED-4A05-9FB1-A01CC0EF02C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915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846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23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807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3482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823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846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9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0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0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ctrTitle" hasCustomPrompt="1"/>
          </p:nvPr>
        </p:nvSpPr>
        <p:spPr>
          <a:xfrm>
            <a:off x="1524000" y="2116670"/>
            <a:ext cx="9144000" cy="163883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 de chapitre</a:t>
            </a:r>
          </a:p>
        </p:txBody>
      </p:sp>
      <p:sp>
        <p:nvSpPr>
          <p:cNvPr id="8" name="Sous-titre 2"/>
          <p:cNvSpPr>
            <a:spLocks noGrp="1"/>
          </p:cNvSpPr>
          <p:nvPr>
            <p:ph type="subTitle" idx="1"/>
          </p:nvPr>
        </p:nvSpPr>
        <p:spPr>
          <a:xfrm>
            <a:off x="1524000" y="3847575"/>
            <a:ext cx="9144000" cy="165576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4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078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/>
          <p:cNvSpPr>
            <a:spLocks noGrp="1"/>
          </p:cNvSpPr>
          <p:nvPr>
            <p:ph idx="13"/>
          </p:nvPr>
        </p:nvSpPr>
        <p:spPr>
          <a:xfrm>
            <a:off x="243606" y="2647405"/>
            <a:ext cx="11787535" cy="372370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3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398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398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_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Rectangle 2938"/>
          <p:cNvSpPr/>
          <p:nvPr userDrawn="1"/>
        </p:nvSpPr>
        <p:spPr>
          <a:xfrm>
            <a:off x="0" y="13724"/>
            <a:ext cx="12192000" cy="6844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1064" name="Rectangle 1322"/>
          <p:cNvSpPr/>
          <p:nvPr userDrawn="1"/>
        </p:nvSpPr>
        <p:spPr>
          <a:xfrm>
            <a:off x="4792337" y="710996"/>
            <a:ext cx="5513560" cy="5766004"/>
          </a:xfrm>
          <a:custGeom>
            <a:avLst/>
            <a:gdLst>
              <a:gd name="connsiteX0" fmla="*/ 0 w 4163745"/>
              <a:gd name="connsiteY0" fmla="*/ 0 h 5613604"/>
              <a:gd name="connsiteX1" fmla="*/ 4163745 w 4163745"/>
              <a:gd name="connsiteY1" fmla="*/ 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3268395 w 4163745"/>
              <a:gd name="connsiteY1" fmla="*/ 600075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0 w 4163745"/>
              <a:gd name="connsiteY4" fmla="*/ 5613604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762000 w 4163745"/>
              <a:gd name="connsiteY4" fmla="*/ 2994229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19050 w 4163745"/>
              <a:gd name="connsiteY4" fmla="*/ 4842079 h 5613604"/>
              <a:gd name="connsiteX5" fmla="*/ 0 w 4163745"/>
              <a:gd name="connsiteY5" fmla="*/ 0 h 5613604"/>
              <a:gd name="connsiteX0" fmla="*/ 0 w 4163745"/>
              <a:gd name="connsiteY0" fmla="*/ 0 h 5766004"/>
              <a:gd name="connsiteX1" fmla="*/ 4011345 w 4163745"/>
              <a:gd name="connsiteY1" fmla="*/ 228600 h 5766004"/>
              <a:gd name="connsiteX2" fmla="*/ 4163745 w 4163745"/>
              <a:gd name="connsiteY2" fmla="*/ 5613604 h 5766004"/>
              <a:gd name="connsiteX3" fmla="*/ 1492098 w 4163745"/>
              <a:gd name="connsiteY3" fmla="*/ 5766004 h 5766004"/>
              <a:gd name="connsiteX4" fmla="*/ 19050 w 4163745"/>
              <a:gd name="connsiteY4" fmla="*/ 4842079 h 5766004"/>
              <a:gd name="connsiteX5" fmla="*/ 0 w 4163745"/>
              <a:gd name="connsiteY5" fmla="*/ 0 h 5766004"/>
              <a:gd name="connsiteX0" fmla="*/ 0 w 4011345"/>
              <a:gd name="connsiteY0" fmla="*/ 0 h 5766004"/>
              <a:gd name="connsiteX1" fmla="*/ 4011345 w 4011345"/>
              <a:gd name="connsiteY1" fmla="*/ 228600 h 5766004"/>
              <a:gd name="connsiteX2" fmla="*/ 3916095 w 4011345"/>
              <a:gd name="connsiteY2" fmla="*/ 4680154 h 5766004"/>
              <a:gd name="connsiteX3" fmla="*/ 1492098 w 4011345"/>
              <a:gd name="connsiteY3" fmla="*/ 5766004 h 5766004"/>
              <a:gd name="connsiteX4" fmla="*/ 19050 w 4011345"/>
              <a:gd name="connsiteY4" fmla="*/ 4842079 h 5766004"/>
              <a:gd name="connsiteX5" fmla="*/ 0 w 4011345"/>
              <a:gd name="connsiteY5" fmla="*/ 0 h 5766004"/>
              <a:gd name="connsiteX0" fmla="*/ 0 w 4135170"/>
              <a:gd name="connsiteY0" fmla="*/ 0 h 5766004"/>
              <a:gd name="connsiteX1" fmla="*/ 4011345 w 4135170"/>
              <a:gd name="connsiteY1" fmla="*/ 228600 h 5766004"/>
              <a:gd name="connsiteX2" fmla="*/ 4135170 w 4135170"/>
              <a:gd name="connsiteY2" fmla="*/ 5413579 h 5766004"/>
              <a:gd name="connsiteX3" fmla="*/ 1492098 w 4135170"/>
              <a:gd name="connsiteY3" fmla="*/ 5766004 h 5766004"/>
              <a:gd name="connsiteX4" fmla="*/ 19050 w 4135170"/>
              <a:gd name="connsiteY4" fmla="*/ 4842079 h 5766004"/>
              <a:gd name="connsiteX5" fmla="*/ 0 w 4135170"/>
              <a:gd name="connsiteY5" fmla="*/ 0 h 5766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35170" h="5766004">
                <a:moveTo>
                  <a:pt x="0" y="0"/>
                </a:moveTo>
                <a:lnTo>
                  <a:pt x="4011345" y="228600"/>
                </a:lnTo>
                <a:lnTo>
                  <a:pt x="4135170" y="5413579"/>
                </a:lnTo>
                <a:lnTo>
                  <a:pt x="1492098" y="5766004"/>
                </a:lnTo>
                <a:lnTo>
                  <a:pt x="19050" y="48420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grpSp>
        <p:nvGrpSpPr>
          <p:cNvPr id="7" name="Group 13"/>
          <p:cNvGrpSpPr>
            <a:grpSpLocks noChangeAspect="1"/>
          </p:cNvGrpSpPr>
          <p:nvPr userDrawn="1"/>
        </p:nvGrpSpPr>
        <p:grpSpPr bwMode="auto">
          <a:xfrm>
            <a:off x="1020356" y="550081"/>
            <a:ext cx="1214845" cy="1000649"/>
            <a:chOff x="2023" y="1221"/>
            <a:chExt cx="1710" cy="1878"/>
          </a:xfrm>
        </p:grpSpPr>
        <p:sp>
          <p:nvSpPr>
            <p:cNvPr id="8" name="Rectangle 14"/>
            <p:cNvSpPr>
              <a:spLocks noChangeArrowheads="1"/>
            </p:cNvSpPr>
            <p:nvPr userDrawn="1"/>
          </p:nvSpPr>
          <p:spPr bwMode="auto">
            <a:xfrm>
              <a:off x="2023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9" name="Freeform 15"/>
            <p:cNvSpPr>
              <a:spLocks/>
            </p:cNvSpPr>
            <p:nvPr userDrawn="1"/>
          </p:nvSpPr>
          <p:spPr bwMode="auto">
            <a:xfrm>
              <a:off x="2073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20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0" name="Freeform 16"/>
            <p:cNvSpPr>
              <a:spLocks/>
            </p:cNvSpPr>
            <p:nvPr userDrawn="1"/>
          </p:nvSpPr>
          <p:spPr bwMode="auto">
            <a:xfrm>
              <a:off x="2201" y="2206"/>
              <a:ext cx="88" cy="112"/>
            </a:xfrm>
            <a:custGeom>
              <a:avLst/>
              <a:gdLst>
                <a:gd name="T0" fmla="*/ 58 w 58"/>
                <a:gd name="T1" fmla="*/ 11 h 74"/>
                <a:gd name="T2" fmla="*/ 24 w 58"/>
                <a:gd name="T3" fmla="*/ 11 h 74"/>
                <a:gd name="T4" fmla="*/ 14 w 58"/>
                <a:gd name="T5" fmla="*/ 14 h 74"/>
                <a:gd name="T6" fmla="*/ 13 w 58"/>
                <a:gd name="T7" fmla="*/ 24 h 74"/>
                <a:gd name="T8" fmla="*/ 16 w 58"/>
                <a:gd name="T9" fmla="*/ 30 h 74"/>
                <a:gd name="T10" fmla="*/ 24 w 58"/>
                <a:gd name="T11" fmla="*/ 32 h 74"/>
                <a:gd name="T12" fmla="*/ 38 w 58"/>
                <a:gd name="T13" fmla="*/ 32 h 74"/>
                <a:gd name="T14" fmla="*/ 53 w 58"/>
                <a:gd name="T15" fmla="*/ 36 h 74"/>
                <a:gd name="T16" fmla="*/ 58 w 58"/>
                <a:gd name="T17" fmla="*/ 47 h 74"/>
                <a:gd name="T18" fmla="*/ 58 w 58"/>
                <a:gd name="T19" fmla="*/ 58 h 74"/>
                <a:gd name="T20" fmla="*/ 53 w 58"/>
                <a:gd name="T21" fmla="*/ 70 h 74"/>
                <a:gd name="T22" fmla="*/ 38 w 58"/>
                <a:gd name="T23" fmla="*/ 74 h 74"/>
                <a:gd name="T24" fmla="*/ 0 w 58"/>
                <a:gd name="T25" fmla="*/ 74 h 74"/>
                <a:gd name="T26" fmla="*/ 0 w 58"/>
                <a:gd name="T27" fmla="*/ 63 h 74"/>
                <a:gd name="T28" fmla="*/ 34 w 58"/>
                <a:gd name="T29" fmla="*/ 63 h 74"/>
                <a:gd name="T30" fmla="*/ 44 w 58"/>
                <a:gd name="T31" fmla="*/ 60 h 74"/>
                <a:gd name="T32" fmla="*/ 45 w 58"/>
                <a:gd name="T33" fmla="*/ 50 h 74"/>
                <a:gd name="T34" fmla="*/ 34 w 58"/>
                <a:gd name="T35" fmla="*/ 42 h 74"/>
                <a:gd name="T36" fmla="*/ 20 w 58"/>
                <a:gd name="T37" fmla="*/ 42 h 74"/>
                <a:gd name="T38" fmla="*/ 6 w 58"/>
                <a:gd name="T39" fmla="*/ 38 h 74"/>
                <a:gd name="T40" fmla="*/ 0 w 58"/>
                <a:gd name="T41" fmla="*/ 27 h 74"/>
                <a:gd name="T42" fmla="*/ 0 w 58"/>
                <a:gd name="T43" fmla="*/ 16 h 74"/>
                <a:gd name="T44" fmla="*/ 6 w 58"/>
                <a:gd name="T45" fmla="*/ 3 h 74"/>
                <a:gd name="T46" fmla="*/ 20 w 58"/>
                <a:gd name="T47" fmla="*/ 0 h 74"/>
                <a:gd name="T48" fmla="*/ 58 w 58"/>
                <a:gd name="T49" fmla="*/ 0 h 74"/>
                <a:gd name="T50" fmla="*/ 58 w 58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" h="74">
                  <a:moveTo>
                    <a:pt x="58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19" y="11"/>
                    <a:pt x="15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2"/>
                    <a:pt x="24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4" y="32"/>
                    <a:pt x="49" y="33"/>
                    <a:pt x="53" y="36"/>
                  </a:cubicBezTo>
                  <a:cubicBezTo>
                    <a:pt x="56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4"/>
                    <a:pt x="56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1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9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58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1" name="Freeform 17"/>
            <p:cNvSpPr>
              <a:spLocks/>
            </p:cNvSpPr>
            <p:nvPr userDrawn="1"/>
          </p:nvSpPr>
          <p:spPr bwMode="auto">
            <a:xfrm>
              <a:off x="231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2" name="Rectangle 18"/>
            <p:cNvSpPr>
              <a:spLocks noChangeArrowheads="1"/>
            </p:cNvSpPr>
            <p:nvPr userDrawn="1"/>
          </p:nvSpPr>
          <p:spPr bwMode="auto">
            <a:xfrm>
              <a:off x="2422" y="2206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3" name="Freeform 19"/>
            <p:cNvSpPr>
              <a:spLocks/>
            </p:cNvSpPr>
            <p:nvPr userDrawn="1"/>
          </p:nvSpPr>
          <p:spPr bwMode="auto">
            <a:xfrm>
              <a:off x="2464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3 w 87"/>
                <a:gd name="T3" fmla="*/ 17 h 112"/>
                <a:gd name="T4" fmla="*/ 53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3" y="17"/>
                  </a:lnTo>
                  <a:lnTo>
                    <a:pt x="53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4" name="Freeform 20"/>
            <p:cNvSpPr>
              <a:spLocks/>
            </p:cNvSpPr>
            <p:nvPr userDrawn="1"/>
          </p:nvSpPr>
          <p:spPr bwMode="auto">
            <a:xfrm>
              <a:off x="2572" y="2206"/>
              <a:ext cx="100" cy="112"/>
            </a:xfrm>
            <a:custGeom>
              <a:avLst/>
              <a:gdLst>
                <a:gd name="T0" fmla="*/ 66 w 66"/>
                <a:gd name="T1" fmla="*/ 56 h 74"/>
                <a:gd name="T2" fmla="*/ 65 w 66"/>
                <a:gd name="T3" fmla="*/ 63 h 74"/>
                <a:gd name="T4" fmla="*/ 60 w 66"/>
                <a:gd name="T5" fmla="*/ 70 h 74"/>
                <a:gd name="T6" fmla="*/ 52 w 66"/>
                <a:gd name="T7" fmla="*/ 74 h 74"/>
                <a:gd name="T8" fmla="*/ 43 w 66"/>
                <a:gd name="T9" fmla="*/ 74 h 74"/>
                <a:gd name="T10" fmla="*/ 23 w 66"/>
                <a:gd name="T11" fmla="*/ 74 h 74"/>
                <a:gd name="T12" fmla="*/ 14 w 66"/>
                <a:gd name="T13" fmla="*/ 74 h 74"/>
                <a:gd name="T14" fmla="*/ 6 w 66"/>
                <a:gd name="T15" fmla="*/ 70 h 74"/>
                <a:gd name="T16" fmla="*/ 1 w 66"/>
                <a:gd name="T17" fmla="*/ 63 h 74"/>
                <a:gd name="T18" fmla="*/ 0 w 66"/>
                <a:gd name="T19" fmla="*/ 56 h 74"/>
                <a:gd name="T20" fmla="*/ 0 w 66"/>
                <a:gd name="T21" fmla="*/ 0 h 74"/>
                <a:gd name="T22" fmla="*/ 14 w 66"/>
                <a:gd name="T23" fmla="*/ 0 h 74"/>
                <a:gd name="T24" fmla="*/ 14 w 66"/>
                <a:gd name="T25" fmla="*/ 54 h 74"/>
                <a:gd name="T26" fmla="*/ 16 w 66"/>
                <a:gd name="T27" fmla="*/ 61 h 74"/>
                <a:gd name="T28" fmla="*/ 26 w 66"/>
                <a:gd name="T29" fmla="*/ 63 h 74"/>
                <a:gd name="T30" fmla="*/ 40 w 66"/>
                <a:gd name="T31" fmla="*/ 63 h 74"/>
                <a:gd name="T32" fmla="*/ 50 w 66"/>
                <a:gd name="T33" fmla="*/ 61 h 74"/>
                <a:gd name="T34" fmla="*/ 53 w 66"/>
                <a:gd name="T35" fmla="*/ 54 h 74"/>
                <a:gd name="T36" fmla="*/ 53 w 66"/>
                <a:gd name="T37" fmla="*/ 0 h 74"/>
                <a:gd name="T38" fmla="*/ 66 w 66"/>
                <a:gd name="T39" fmla="*/ 0 h 74"/>
                <a:gd name="T40" fmla="*/ 66 w 66"/>
                <a:gd name="T41" fmla="*/ 5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74">
                  <a:moveTo>
                    <a:pt x="66" y="56"/>
                  </a:moveTo>
                  <a:cubicBezTo>
                    <a:pt x="66" y="59"/>
                    <a:pt x="65" y="62"/>
                    <a:pt x="65" y="63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8" y="72"/>
                    <a:pt x="55" y="73"/>
                    <a:pt x="52" y="74"/>
                  </a:cubicBezTo>
                  <a:cubicBezTo>
                    <a:pt x="51" y="74"/>
                    <a:pt x="48" y="74"/>
                    <a:pt x="4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4"/>
                    <a:pt x="16" y="74"/>
                    <a:pt x="14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4" y="60"/>
                    <a:pt x="16" y="61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5" y="63"/>
                    <a:pt x="48" y="63"/>
                    <a:pt x="50" y="61"/>
                  </a:cubicBezTo>
                  <a:cubicBezTo>
                    <a:pt x="52" y="60"/>
                    <a:pt x="53" y="58"/>
                    <a:pt x="53" y="5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5" name="Freeform 21"/>
            <p:cNvSpPr>
              <a:spLocks/>
            </p:cNvSpPr>
            <p:nvPr userDrawn="1"/>
          </p:nvSpPr>
          <p:spPr bwMode="auto">
            <a:xfrm>
              <a:off x="269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6" name="Freeform 22"/>
            <p:cNvSpPr>
              <a:spLocks/>
            </p:cNvSpPr>
            <p:nvPr userDrawn="1"/>
          </p:nvSpPr>
          <p:spPr bwMode="auto">
            <a:xfrm>
              <a:off x="2851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7" y="1"/>
                    <a:pt x="18" y="3"/>
                  </a:cubicBezTo>
                  <a:cubicBezTo>
                    <a:pt x="19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7" name="Freeform 23"/>
            <p:cNvSpPr>
              <a:spLocks noEditPoints="1"/>
            </p:cNvSpPr>
            <p:nvPr userDrawn="1"/>
          </p:nvSpPr>
          <p:spPr bwMode="auto">
            <a:xfrm>
              <a:off x="2970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45" y="0"/>
                    <a:pt x="49" y="3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8" name="Freeform 24"/>
            <p:cNvSpPr>
              <a:spLocks/>
            </p:cNvSpPr>
            <p:nvPr userDrawn="1"/>
          </p:nvSpPr>
          <p:spPr bwMode="auto">
            <a:xfrm>
              <a:off x="3091" y="2206"/>
              <a:ext cx="88" cy="112"/>
            </a:xfrm>
            <a:custGeom>
              <a:avLst/>
              <a:gdLst>
                <a:gd name="T0" fmla="*/ 88 w 88"/>
                <a:gd name="T1" fmla="*/ 17 h 112"/>
                <a:gd name="T2" fmla="*/ 54 w 88"/>
                <a:gd name="T3" fmla="*/ 17 h 112"/>
                <a:gd name="T4" fmla="*/ 54 w 88"/>
                <a:gd name="T5" fmla="*/ 112 h 112"/>
                <a:gd name="T6" fmla="*/ 35 w 88"/>
                <a:gd name="T7" fmla="*/ 112 h 112"/>
                <a:gd name="T8" fmla="*/ 35 w 88"/>
                <a:gd name="T9" fmla="*/ 17 h 112"/>
                <a:gd name="T10" fmla="*/ 0 w 88"/>
                <a:gd name="T11" fmla="*/ 17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5" y="112"/>
                  </a:lnTo>
                  <a:lnTo>
                    <a:pt x="3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9" name="Rectangle 25"/>
            <p:cNvSpPr>
              <a:spLocks noChangeArrowheads="1"/>
            </p:cNvSpPr>
            <p:nvPr userDrawn="1"/>
          </p:nvSpPr>
          <p:spPr bwMode="auto">
            <a:xfrm>
              <a:off x="3201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0" name="Freeform 26"/>
            <p:cNvSpPr>
              <a:spLocks noEditPoints="1"/>
            </p:cNvSpPr>
            <p:nvPr userDrawn="1"/>
          </p:nvSpPr>
          <p:spPr bwMode="auto">
            <a:xfrm>
              <a:off x="3251" y="2206"/>
              <a:ext cx="96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1 h 74"/>
                <a:gd name="T8" fmla="*/ 0 w 64"/>
                <a:gd name="T9" fmla="*/ 58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3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6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2 h 74"/>
                <a:gd name="T40" fmla="*/ 26 w 64"/>
                <a:gd name="T41" fmla="*/ 63 h 74"/>
                <a:gd name="T42" fmla="*/ 39 w 64"/>
                <a:gd name="T43" fmla="*/ 63 h 74"/>
                <a:gd name="T44" fmla="*/ 48 w 64"/>
                <a:gd name="T45" fmla="*/ 62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1"/>
                  </a:cubicBezTo>
                  <a:cubicBezTo>
                    <a:pt x="2" y="68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4" y="63"/>
                    <a:pt x="46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" name="Freeform 27"/>
            <p:cNvSpPr>
              <a:spLocks/>
            </p:cNvSpPr>
            <p:nvPr userDrawn="1"/>
          </p:nvSpPr>
          <p:spPr bwMode="auto">
            <a:xfrm>
              <a:off x="3379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2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19" y="3"/>
                    <a:pt x="20" y="5"/>
                    <a:pt x="22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" name="Freeform 28"/>
            <p:cNvSpPr>
              <a:spLocks noEditPoints="1"/>
            </p:cNvSpPr>
            <p:nvPr userDrawn="1"/>
          </p:nvSpPr>
          <p:spPr bwMode="auto">
            <a:xfrm>
              <a:off x="3498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7 h 74"/>
                <a:gd name="T14" fmla="*/ 40 w 80"/>
                <a:gd name="T15" fmla="*/ 0 h 74"/>
                <a:gd name="T16" fmla="*/ 50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3"/>
                    <a:pt x="35" y="0"/>
                    <a:pt x="40" y="0"/>
                  </a:cubicBezTo>
                  <a:cubicBezTo>
                    <a:pt x="45" y="0"/>
                    <a:pt x="48" y="3"/>
                    <a:pt x="50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" name="Freeform 29"/>
            <p:cNvSpPr>
              <a:spLocks/>
            </p:cNvSpPr>
            <p:nvPr userDrawn="1"/>
          </p:nvSpPr>
          <p:spPr bwMode="auto">
            <a:xfrm>
              <a:off x="3638" y="2206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6 w 59"/>
                <a:gd name="T15" fmla="*/ 62 h 74"/>
                <a:gd name="T16" fmla="*/ 27 w 59"/>
                <a:gd name="T17" fmla="*/ 64 h 74"/>
                <a:gd name="T18" fmla="*/ 59 w 59"/>
                <a:gd name="T19" fmla="*/ 64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8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2" y="64"/>
                    <a:pt x="27" y="64"/>
                  </a:cubicBezTo>
                  <a:cubicBezTo>
                    <a:pt x="59" y="64"/>
                    <a:pt x="59" y="64"/>
                    <a:pt x="59" y="64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" name="Freeform 30"/>
            <p:cNvSpPr>
              <a:spLocks noEditPoints="1"/>
            </p:cNvSpPr>
            <p:nvPr userDrawn="1"/>
          </p:nvSpPr>
          <p:spPr bwMode="auto">
            <a:xfrm>
              <a:off x="2023" y="2467"/>
              <a:ext cx="100" cy="112"/>
            </a:xfrm>
            <a:custGeom>
              <a:avLst/>
              <a:gdLst>
                <a:gd name="T0" fmla="*/ 66 w 66"/>
                <a:gd name="T1" fmla="*/ 57 h 74"/>
                <a:gd name="T2" fmla="*/ 60 w 66"/>
                <a:gd name="T3" fmla="*/ 69 h 74"/>
                <a:gd name="T4" fmla="*/ 46 w 66"/>
                <a:gd name="T5" fmla="*/ 74 h 74"/>
                <a:gd name="T6" fmla="*/ 0 w 66"/>
                <a:gd name="T7" fmla="*/ 74 h 74"/>
                <a:gd name="T8" fmla="*/ 0 w 66"/>
                <a:gd name="T9" fmla="*/ 0 h 74"/>
                <a:gd name="T10" fmla="*/ 46 w 66"/>
                <a:gd name="T11" fmla="*/ 0 h 74"/>
                <a:gd name="T12" fmla="*/ 66 w 66"/>
                <a:gd name="T13" fmla="*/ 16 h 74"/>
                <a:gd name="T14" fmla="*/ 66 w 66"/>
                <a:gd name="T15" fmla="*/ 57 h 74"/>
                <a:gd name="T16" fmla="*/ 52 w 66"/>
                <a:gd name="T17" fmla="*/ 53 h 74"/>
                <a:gd name="T18" fmla="*/ 52 w 66"/>
                <a:gd name="T19" fmla="*/ 19 h 74"/>
                <a:gd name="T20" fmla="*/ 42 w 66"/>
                <a:gd name="T21" fmla="*/ 10 h 74"/>
                <a:gd name="T22" fmla="*/ 13 w 66"/>
                <a:gd name="T23" fmla="*/ 10 h 74"/>
                <a:gd name="T24" fmla="*/ 13 w 66"/>
                <a:gd name="T25" fmla="*/ 63 h 74"/>
                <a:gd name="T26" fmla="*/ 42 w 66"/>
                <a:gd name="T27" fmla="*/ 63 h 74"/>
                <a:gd name="T28" fmla="*/ 52 w 66"/>
                <a:gd name="T29" fmla="*/ 5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" h="74">
                  <a:moveTo>
                    <a:pt x="66" y="57"/>
                  </a:moveTo>
                  <a:cubicBezTo>
                    <a:pt x="66" y="62"/>
                    <a:pt x="64" y="66"/>
                    <a:pt x="60" y="69"/>
                  </a:cubicBezTo>
                  <a:cubicBezTo>
                    <a:pt x="57" y="72"/>
                    <a:pt x="52" y="74"/>
                    <a:pt x="4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66" y="5"/>
                    <a:pt x="66" y="16"/>
                  </a:cubicBezTo>
                  <a:lnTo>
                    <a:pt x="66" y="57"/>
                  </a:lnTo>
                  <a:close/>
                  <a:moveTo>
                    <a:pt x="52" y="53"/>
                  </a:move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9" y="10"/>
                    <a:pt x="42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9" y="63"/>
                    <a:pt x="52" y="60"/>
                    <a:pt x="52" y="53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" name="Freeform 31"/>
            <p:cNvSpPr>
              <a:spLocks/>
            </p:cNvSpPr>
            <p:nvPr userDrawn="1"/>
          </p:nvSpPr>
          <p:spPr bwMode="auto">
            <a:xfrm>
              <a:off x="2155" y="2467"/>
              <a:ext cx="89" cy="112"/>
            </a:xfrm>
            <a:custGeom>
              <a:avLst/>
              <a:gdLst>
                <a:gd name="T0" fmla="*/ 56 w 59"/>
                <a:gd name="T1" fmla="*/ 42 h 74"/>
                <a:gd name="T2" fmla="*/ 13 w 59"/>
                <a:gd name="T3" fmla="*/ 42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" name="Freeform 32"/>
            <p:cNvSpPr>
              <a:spLocks/>
            </p:cNvSpPr>
            <p:nvPr userDrawn="1"/>
          </p:nvSpPr>
          <p:spPr bwMode="auto">
            <a:xfrm>
              <a:off x="2351" y="2467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7 w 59"/>
                <a:gd name="T15" fmla="*/ 61 h 74"/>
                <a:gd name="T16" fmla="*/ 27 w 59"/>
                <a:gd name="T17" fmla="*/ 63 h 74"/>
                <a:gd name="T18" fmla="*/ 59 w 59"/>
                <a:gd name="T19" fmla="*/ 63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7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7" y="61"/>
                  </a:cubicBezTo>
                  <a:cubicBezTo>
                    <a:pt x="18" y="63"/>
                    <a:pt x="22" y="63"/>
                    <a:pt x="27" y="63"/>
                  </a:cubicBezTo>
                  <a:cubicBezTo>
                    <a:pt x="59" y="63"/>
                    <a:pt x="59" y="63"/>
                    <a:pt x="59" y="63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" name="Freeform 33"/>
            <p:cNvSpPr>
              <a:spLocks/>
            </p:cNvSpPr>
            <p:nvPr userDrawn="1"/>
          </p:nvSpPr>
          <p:spPr bwMode="auto">
            <a:xfrm>
              <a:off x="2438" y="2450"/>
              <a:ext cx="20" cy="40"/>
            </a:xfrm>
            <a:custGeom>
              <a:avLst/>
              <a:gdLst>
                <a:gd name="T0" fmla="*/ 13 w 13"/>
                <a:gd name="T1" fmla="*/ 8 h 26"/>
                <a:gd name="T2" fmla="*/ 13 w 13"/>
                <a:gd name="T3" fmla="*/ 12 h 26"/>
                <a:gd name="T4" fmla="*/ 7 w 13"/>
                <a:gd name="T5" fmla="*/ 26 h 26"/>
                <a:gd name="T6" fmla="*/ 0 w 13"/>
                <a:gd name="T7" fmla="*/ 26 h 26"/>
                <a:gd name="T8" fmla="*/ 5 w 13"/>
                <a:gd name="T9" fmla="*/ 14 h 26"/>
                <a:gd name="T10" fmla="*/ 1 w 13"/>
                <a:gd name="T11" fmla="*/ 7 h 26"/>
                <a:gd name="T12" fmla="*/ 3 w 13"/>
                <a:gd name="T13" fmla="*/ 2 h 26"/>
                <a:gd name="T14" fmla="*/ 7 w 13"/>
                <a:gd name="T15" fmla="*/ 0 h 26"/>
                <a:gd name="T16" fmla="*/ 12 w 13"/>
                <a:gd name="T17" fmla="*/ 2 h 26"/>
                <a:gd name="T18" fmla="*/ 13 w 13"/>
                <a:gd name="T1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26">
                  <a:moveTo>
                    <a:pt x="13" y="8"/>
                  </a:moveTo>
                  <a:cubicBezTo>
                    <a:pt x="13" y="9"/>
                    <a:pt x="13" y="11"/>
                    <a:pt x="13" y="12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5" y="0"/>
                    <a:pt x="7" y="0"/>
                  </a:cubicBezTo>
                  <a:cubicBezTo>
                    <a:pt x="9" y="0"/>
                    <a:pt x="10" y="1"/>
                    <a:pt x="12" y="2"/>
                  </a:cubicBezTo>
                  <a:cubicBezTo>
                    <a:pt x="13" y="4"/>
                    <a:pt x="13" y="6"/>
                    <a:pt x="13" y="8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" name="Rectangle 34"/>
            <p:cNvSpPr>
              <a:spLocks noChangeArrowheads="1"/>
            </p:cNvSpPr>
            <p:nvPr userDrawn="1"/>
          </p:nvSpPr>
          <p:spPr bwMode="auto">
            <a:xfrm>
              <a:off x="2495" y="2467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" name="Freeform 35"/>
            <p:cNvSpPr>
              <a:spLocks/>
            </p:cNvSpPr>
            <p:nvPr userDrawn="1"/>
          </p:nvSpPr>
          <p:spPr bwMode="auto">
            <a:xfrm>
              <a:off x="2547" y="2467"/>
              <a:ext cx="99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2 h 75"/>
                <a:gd name="T22" fmla="*/ 23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4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20" y="3"/>
                    <a:pt x="21" y="5"/>
                    <a:pt x="23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" name="Freeform 36"/>
            <p:cNvSpPr>
              <a:spLocks/>
            </p:cNvSpPr>
            <p:nvPr userDrawn="1"/>
          </p:nvSpPr>
          <p:spPr bwMode="auto">
            <a:xfrm>
              <a:off x="2678" y="2467"/>
              <a:ext cx="90" cy="112"/>
            </a:xfrm>
            <a:custGeom>
              <a:avLst/>
              <a:gdLst>
                <a:gd name="T0" fmla="*/ 60 w 60"/>
                <a:gd name="T1" fmla="*/ 42 h 74"/>
                <a:gd name="T2" fmla="*/ 14 w 60"/>
                <a:gd name="T3" fmla="*/ 42 h 74"/>
                <a:gd name="T4" fmla="*/ 14 w 60"/>
                <a:gd name="T5" fmla="*/ 74 h 74"/>
                <a:gd name="T6" fmla="*/ 0 w 60"/>
                <a:gd name="T7" fmla="*/ 74 h 74"/>
                <a:gd name="T8" fmla="*/ 0 w 60"/>
                <a:gd name="T9" fmla="*/ 15 h 74"/>
                <a:gd name="T10" fmla="*/ 6 w 60"/>
                <a:gd name="T11" fmla="*/ 3 h 74"/>
                <a:gd name="T12" fmla="*/ 21 w 60"/>
                <a:gd name="T13" fmla="*/ 0 h 74"/>
                <a:gd name="T14" fmla="*/ 60 w 60"/>
                <a:gd name="T15" fmla="*/ 0 h 74"/>
                <a:gd name="T16" fmla="*/ 60 w 60"/>
                <a:gd name="T17" fmla="*/ 11 h 74"/>
                <a:gd name="T18" fmla="*/ 25 w 60"/>
                <a:gd name="T19" fmla="*/ 11 h 74"/>
                <a:gd name="T20" fmla="*/ 14 w 60"/>
                <a:gd name="T21" fmla="*/ 18 h 74"/>
                <a:gd name="T22" fmla="*/ 14 w 60"/>
                <a:gd name="T23" fmla="*/ 32 h 74"/>
                <a:gd name="T24" fmla="*/ 60 w 60"/>
                <a:gd name="T25" fmla="*/ 32 h 74"/>
                <a:gd name="T26" fmla="*/ 60 w 60"/>
                <a:gd name="T2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4">
                  <a:moveTo>
                    <a:pt x="60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2" y="6"/>
                    <a:pt x="6" y="3"/>
                  </a:cubicBezTo>
                  <a:cubicBezTo>
                    <a:pt x="10" y="1"/>
                    <a:pt x="15" y="0"/>
                    <a:pt x="2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4" y="13"/>
                    <a:pt x="14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" name="Freeform 37"/>
            <p:cNvSpPr>
              <a:spLocks noEditPoints="1"/>
            </p:cNvSpPr>
            <p:nvPr userDrawn="1"/>
          </p:nvSpPr>
          <p:spPr bwMode="auto">
            <a:xfrm>
              <a:off x="2803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" name="Freeform 38"/>
            <p:cNvSpPr>
              <a:spLocks/>
            </p:cNvSpPr>
            <p:nvPr userDrawn="1"/>
          </p:nvSpPr>
          <p:spPr bwMode="auto">
            <a:xfrm>
              <a:off x="2931" y="246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5 h 74"/>
                <a:gd name="T6" fmla="*/ 14 w 65"/>
                <a:gd name="T7" fmla="*/ 41 h 74"/>
                <a:gd name="T8" fmla="*/ 23 w 65"/>
                <a:gd name="T9" fmla="*/ 35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3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8" y="34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8" y="11"/>
                    <a:pt x="4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60" y="40"/>
                  </a:cubicBezTo>
                  <a:cubicBezTo>
                    <a:pt x="56" y="42"/>
                    <a:pt x="51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" name="Freeform 39"/>
            <p:cNvSpPr>
              <a:spLocks/>
            </p:cNvSpPr>
            <p:nvPr userDrawn="1"/>
          </p:nvSpPr>
          <p:spPr bwMode="auto">
            <a:xfrm>
              <a:off x="3058" y="2467"/>
              <a:ext cx="137" cy="115"/>
            </a:xfrm>
            <a:custGeom>
              <a:avLst/>
              <a:gdLst>
                <a:gd name="T0" fmla="*/ 91 w 91"/>
                <a:gd name="T1" fmla="*/ 74 h 76"/>
                <a:gd name="T2" fmla="*/ 79 w 91"/>
                <a:gd name="T3" fmla="*/ 74 h 76"/>
                <a:gd name="T4" fmla="*/ 79 w 91"/>
                <a:gd name="T5" fmla="*/ 16 h 76"/>
                <a:gd name="T6" fmla="*/ 55 w 91"/>
                <a:gd name="T7" fmla="*/ 68 h 76"/>
                <a:gd name="T8" fmla="*/ 46 w 91"/>
                <a:gd name="T9" fmla="*/ 76 h 76"/>
                <a:gd name="T10" fmla="*/ 40 w 91"/>
                <a:gd name="T11" fmla="*/ 73 h 76"/>
                <a:gd name="T12" fmla="*/ 37 w 91"/>
                <a:gd name="T13" fmla="*/ 68 h 76"/>
                <a:gd name="T14" fmla="*/ 13 w 91"/>
                <a:gd name="T15" fmla="*/ 16 h 76"/>
                <a:gd name="T16" fmla="*/ 13 w 91"/>
                <a:gd name="T17" fmla="*/ 74 h 76"/>
                <a:gd name="T18" fmla="*/ 0 w 91"/>
                <a:gd name="T19" fmla="*/ 74 h 76"/>
                <a:gd name="T20" fmla="*/ 0 w 91"/>
                <a:gd name="T21" fmla="*/ 10 h 76"/>
                <a:gd name="T22" fmla="*/ 3 w 91"/>
                <a:gd name="T23" fmla="*/ 3 h 76"/>
                <a:gd name="T24" fmla="*/ 12 w 91"/>
                <a:gd name="T25" fmla="*/ 0 h 76"/>
                <a:gd name="T26" fmla="*/ 23 w 91"/>
                <a:gd name="T27" fmla="*/ 7 h 76"/>
                <a:gd name="T28" fmla="*/ 46 w 91"/>
                <a:gd name="T29" fmla="*/ 59 h 76"/>
                <a:gd name="T30" fmla="*/ 69 w 91"/>
                <a:gd name="T31" fmla="*/ 7 h 76"/>
                <a:gd name="T32" fmla="*/ 80 w 91"/>
                <a:gd name="T33" fmla="*/ 0 h 76"/>
                <a:gd name="T34" fmla="*/ 89 w 91"/>
                <a:gd name="T35" fmla="*/ 3 h 76"/>
                <a:gd name="T36" fmla="*/ 91 w 91"/>
                <a:gd name="T37" fmla="*/ 10 h 76"/>
                <a:gd name="T38" fmla="*/ 91 w 91"/>
                <a:gd name="T3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76">
                  <a:moveTo>
                    <a:pt x="91" y="74"/>
                  </a:moveTo>
                  <a:cubicBezTo>
                    <a:pt x="79" y="74"/>
                    <a:pt x="79" y="74"/>
                    <a:pt x="79" y="7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3" y="73"/>
                    <a:pt x="50" y="76"/>
                    <a:pt x="46" y="76"/>
                  </a:cubicBezTo>
                  <a:cubicBezTo>
                    <a:pt x="43" y="76"/>
                    <a:pt x="41" y="75"/>
                    <a:pt x="40" y="73"/>
                  </a:cubicBezTo>
                  <a:cubicBezTo>
                    <a:pt x="39" y="72"/>
                    <a:pt x="38" y="71"/>
                    <a:pt x="37" y="6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1" y="2"/>
                    <a:pt x="23" y="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1" y="2"/>
                    <a:pt x="75" y="0"/>
                    <a:pt x="80" y="0"/>
                  </a:cubicBezTo>
                  <a:cubicBezTo>
                    <a:pt x="84" y="0"/>
                    <a:pt x="87" y="1"/>
                    <a:pt x="89" y="3"/>
                  </a:cubicBezTo>
                  <a:cubicBezTo>
                    <a:pt x="90" y="5"/>
                    <a:pt x="91" y="7"/>
                    <a:pt x="91" y="10"/>
                  </a:cubicBezTo>
                  <a:lnTo>
                    <a:pt x="91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" name="Freeform 40"/>
            <p:cNvSpPr>
              <a:spLocks noEditPoints="1"/>
            </p:cNvSpPr>
            <p:nvPr userDrawn="1"/>
          </p:nvSpPr>
          <p:spPr bwMode="auto">
            <a:xfrm>
              <a:off x="3216" y="2467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40 w 80"/>
                <a:gd name="T23" fmla="*/ 13 h 74"/>
                <a:gd name="T24" fmla="*/ 27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2"/>
                    <a:pt x="35" y="0"/>
                    <a:pt x="40" y="0"/>
                  </a:cubicBezTo>
                  <a:cubicBezTo>
                    <a:pt x="45" y="0"/>
                    <a:pt x="49" y="2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40" y="13"/>
                    <a:pt x="40" y="13"/>
                    <a:pt x="40" y="13"/>
                  </a:cubicBezTo>
                  <a:cubicBezTo>
                    <a:pt x="27" y="46"/>
                    <a:pt x="27" y="46"/>
                    <a:pt x="27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" name="Freeform 41"/>
            <p:cNvSpPr>
              <a:spLocks/>
            </p:cNvSpPr>
            <p:nvPr userDrawn="1"/>
          </p:nvSpPr>
          <p:spPr bwMode="auto">
            <a:xfrm>
              <a:off x="3338" y="2467"/>
              <a:ext cx="88" cy="112"/>
            </a:xfrm>
            <a:custGeom>
              <a:avLst/>
              <a:gdLst>
                <a:gd name="T0" fmla="*/ 88 w 88"/>
                <a:gd name="T1" fmla="*/ 15 h 112"/>
                <a:gd name="T2" fmla="*/ 55 w 88"/>
                <a:gd name="T3" fmla="*/ 15 h 112"/>
                <a:gd name="T4" fmla="*/ 55 w 88"/>
                <a:gd name="T5" fmla="*/ 112 h 112"/>
                <a:gd name="T6" fmla="*/ 35 w 88"/>
                <a:gd name="T7" fmla="*/ 112 h 112"/>
                <a:gd name="T8" fmla="*/ 35 w 88"/>
                <a:gd name="T9" fmla="*/ 15 h 112"/>
                <a:gd name="T10" fmla="*/ 0 w 88"/>
                <a:gd name="T11" fmla="*/ 15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5"/>
                  </a:moveTo>
                  <a:lnTo>
                    <a:pt x="55" y="15"/>
                  </a:lnTo>
                  <a:lnTo>
                    <a:pt x="55" y="112"/>
                  </a:lnTo>
                  <a:lnTo>
                    <a:pt x="35" y="112"/>
                  </a:lnTo>
                  <a:lnTo>
                    <a:pt x="3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" name="Rectangle 42"/>
            <p:cNvSpPr>
              <a:spLocks noChangeArrowheads="1"/>
            </p:cNvSpPr>
            <p:nvPr userDrawn="1"/>
          </p:nvSpPr>
          <p:spPr bwMode="auto">
            <a:xfrm>
              <a:off x="3448" y="2467"/>
              <a:ext cx="22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" name="Freeform 43"/>
            <p:cNvSpPr>
              <a:spLocks noEditPoints="1"/>
            </p:cNvSpPr>
            <p:nvPr userDrawn="1"/>
          </p:nvSpPr>
          <p:spPr bwMode="auto">
            <a:xfrm>
              <a:off x="3501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" name="Freeform 44"/>
            <p:cNvSpPr>
              <a:spLocks/>
            </p:cNvSpPr>
            <p:nvPr userDrawn="1"/>
          </p:nvSpPr>
          <p:spPr bwMode="auto">
            <a:xfrm>
              <a:off x="3629" y="2467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2 h 75"/>
                <a:gd name="T22" fmla="*/ 22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4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4" y="0"/>
                    <a:pt x="17" y="1"/>
                    <a:pt x="18" y="2"/>
                  </a:cubicBezTo>
                  <a:cubicBezTo>
                    <a:pt x="19" y="3"/>
                    <a:pt x="21" y="5"/>
                    <a:pt x="22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9" name="Freeform 45"/>
            <p:cNvSpPr>
              <a:spLocks/>
            </p:cNvSpPr>
            <p:nvPr userDrawn="1"/>
          </p:nvSpPr>
          <p:spPr bwMode="auto">
            <a:xfrm>
              <a:off x="2023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5 w 65"/>
                <a:gd name="T9" fmla="*/ 70 h 75"/>
                <a:gd name="T10" fmla="*/ 0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6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4 w 65"/>
                <a:gd name="T27" fmla="*/ 11 h 75"/>
                <a:gd name="T28" fmla="*/ 16 w 65"/>
                <a:gd name="T29" fmla="*/ 13 h 75"/>
                <a:gd name="T30" fmla="*/ 13 w 65"/>
                <a:gd name="T31" fmla="*/ 20 h 75"/>
                <a:gd name="T32" fmla="*/ 13 w 65"/>
                <a:gd name="T33" fmla="*/ 55 h 75"/>
                <a:gd name="T34" fmla="*/ 16 w 65"/>
                <a:gd name="T35" fmla="*/ 62 h 75"/>
                <a:gd name="T36" fmla="*/ 24 w 65"/>
                <a:gd name="T37" fmla="*/ 64 h 75"/>
                <a:gd name="T38" fmla="*/ 41 w 65"/>
                <a:gd name="T39" fmla="*/ 64 h 75"/>
                <a:gd name="T40" fmla="*/ 51 w 65"/>
                <a:gd name="T41" fmla="*/ 55 h 75"/>
                <a:gd name="T42" fmla="*/ 51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3" y="67"/>
                    <a:pt x="60" y="70"/>
                  </a:cubicBezTo>
                  <a:cubicBezTo>
                    <a:pt x="56" y="73"/>
                    <a:pt x="51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9" y="73"/>
                    <a:pt x="5" y="70"/>
                  </a:cubicBezTo>
                  <a:cubicBezTo>
                    <a:pt x="3" y="68"/>
                    <a:pt x="1" y="66"/>
                    <a:pt x="0" y="63"/>
                  </a:cubicBezTo>
                  <a:cubicBezTo>
                    <a:pt x="0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8"/>
                    <a:pt x="4" y="6"/>
                    <a:pt x="6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0" y="11"/>
                    <a:pt x="17" y="12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8"/>
                    <a:pt x="14" y="61"/>
                    <a:pt x="16" y="62"/>
                  </a:cubicBezTo>
                  <a:cubicBezTo>
                    <a:pt x="18" y="63"/>
                    <a:pt x="20" y="64"/>
                    <a:pt x="24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8" y="64"/>
                    <a:pt x="51" y="61"/>
                    <a:pt x="51" y="55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0" name="Freeform 46"/>
            <p:cNvSpPr>
              <a:spLocks noEditPoints="1"/>
            </p:cNvSpPr>
            <p:nvPr userDrawn="1"/>
          </p:nvSpPr>
          <p:spPr bwMode="auto">
            <a:xfrm>
              <a:off x="2179" y="2698"/>
              <a:ext cx="89" cy="142"/>
            </a:xfrm>
            <a:custGeom>
              <a:avLst/>
              <a:gdLst>
                <a:gd name="T0" fmla="*/ 59 w 59"/>
                <a:gd name="T1" fmla="*/ 94 h 94"/>
                <a:gd name="T2" fmla="*/ 21 w 59"/>
                <a:gd name="T3" fmla="*/ 94 h 94"/>
                <a:gd name="T4" fmla="*/ 6 w 59"/>
                <a:gd name="T5" fmla="*/ 90 h 94"/>
                <a:gd name="T6" fmla="*/ 0 w 59"/>
                <a:gd name="T7" fmla="*/ 78 h 94"/>
                <a:gd name="T8" fmla="*/ 0 w 59"/>
                <a:gd name="T9" fmla="*/ 36 h 94"/>
                <a:gd name="T10" fmla="*/ 5 w 59"/>
                <a:gd name="T11" fmla="*/ 24 h 94"/>
                <a:gd name="T12" fmla="*/ 20 w 59"/>
                <a:gd name="T13" fmla="*/ 19 h 94"/>
                <a:gd name="T14" fmla="*/ 59 w 59"/>
                <a:gd name="T15" fmla="*/ 19 h 94"/>
                <a:gd name="T16" fmla="*/ 59 w 59"/>
                <a:gd name="T17" fmla="*/ 30 h 94"/>
                <a:gd name="T18" fmla="*/ 24 w 59"/>
                <a:gd name="T19" fmla="*/ 30 h 94"/>
                <a:gd name="T20" fmla="*/ 13 w 59"/>
                <a:gd name="T21" fmla="*/ 39 h 94"/>
                <a:gd name="T22" fmla="*/ 13 w 59"/>
                <a:gd name="T23" fmla="*/ 51 h 94"/>
                <a:gd name="T24" fmla="*/ 59 w 59"/>
                <a:gd name="T25" fmla="*/ 51 h 94"/>
                <a:gd name="T26" fmla="*/ 59 w 59"/>
                <a:gd name="T27" fmla="*/ 62 h 94"/>
                <a:gd name="T28" fmla="*/ 13 w 59"/>
                <a:gd name="T29" fmla="*/ 62 h 94"/>
                <a:gd name="T30" fmla="*/ 13 w 59"/>
                <a:gd name="T31" fmla="*/ 74 h 94"/>
                <a:gd name="T32" fmla="*/ 24 w 59"/>
                <a:gd name="T33" fmla="*/ 83 h 94"/>
                <a:gd name="T34" fmla="*/ 59 w 59"/>
                <a:gd name="T35" fmla="*/ 83 h 94"/>
                <a:gd name="T36" fmla="*/ 59 w 59"/>
                <a:gd name="T37" fmla="*/ 94 h 94"/>
                <a:gd name="T38" fmla="*/ 44 w 59"/>
                <a:gd name="T39" fmla="*/ 0 h 94"/>
                <a:gd name="T40" fmla="*/ 34 w 59"/>
                <a:gd name="T41" fmla="*/ 13 h 94"/>
                <a:gd name="T42" fmla="*/ 24 w 59"/>
                <a:gd name="T43" fmla="*/ 13 h 94"/>
                <a:gd name="T44" fmla="*/ 33 w 59"/>
                <a:gd name="T45" fmla="*/ 0 h 94"/>
                <a:gd name="T46" fmla="*/ 44 w 59"/>
                <a:gd name="T4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4">
                  <a:moveTo>
                    <a:pt x="59" y="94"/>
                  </a:moveTo>
                  <a:cubicBezTo>
                    <a:pt x="21" y="94"/>
                    <a:pt x="21" y="94"/>
                    <a:pt x="21" y="94"/>
                  </a:cubicBezTo>
                  <a:cubicBezTo>
                    <a:pt x="14" y="94"/>
                    <a:pt x="9" y="92"/>
                    <a:pt x="6" y="90"/>
                  </a:cubicBezTo>
                  <a:cubicBezTo>
                    <a:pt x="2" y="87"/>
                    <a:pt x="0" y="83"/>
                    <a:pt x="0" y="7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1"/>
                    <a:pt x="1" y="27"/>
                    <a:pt x="5" y="24"/>
                  </a:cubicBezTo>
                  <a:cubicBezTo>
                    <a:pt x="8" y="21"/>
                    <a:pt x="13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7" y="30"/>
                    <a:pt x="13" y="33"/>
                    <a:pt x="13" y="39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3"/>
                    <a:pt x="24" y="83"/>
                  </a:cubicBezTo>
                  <a:cubicBezTo>
                    <a:pt x="59" y="83"/>
                    <a:pt x="59" y="83"/>
                    <a:pt x="59" y="83"/>
                  </a:cubicBezTo>
                  <a:lnTo>
                    <a:pt x="59" y="94"/>
                  </a:lnTo>
                  <a:close/>
                  <a:moveTo>
                    <a:pt x="44" y="0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1" name="Freeform 47"/>
            <p:cNvSpPr>
              <a:spLocks noEditPoints="1"/>
            </p:cNvSpPr>
            <p:nvPr userDrawn="1"/>
          </p:nvSpPr>
          <p:spPr bwMode="auto">
            <a:xfrm>
              <a:off x="2322" y="2726"/>
              <a:ext cx="97" cy="114"/>
            </a:xfrm>
            <a:custGeom>
              <a:avLst/>
              <a:gdLst>
                <a:gd name="T0" fmla="*/ 64 w 64"/>
                <a:gd name="T1" fmla="*/ 58 h 75"/>
                <a:gd name="T2" fmla="*/ 42 w 64"/>
                <a:gd name="T3" fmla="*/ 75 h 75"/>
                <a:gd name="T4" fmla="*/ 22 w 64"/>
                <a:gd name="T5" fmla="*/ 75 h 75"/>
                <a:gd name="T6" fmla="*/ 7 w 64"/>
                <a:gd name="T7" fmla="*/ 71 h 75"/>
                <a:gd name="T8" fmla="*/ 0 w 64"/>
                <a:gd name="T9" fmla="*/ 58 h 75"/>
                <a:gd name="T10" fmla="*/ 0 w 64"/>
                <a:gd name="T11" fmla="*/ 17 h 75"/>
                <a:gd name="T12" fmla="*/ 7 w 64"/>
                <a:gd name="T13" fmla="*/ 4 h 75"/>
                <a:gd name="T14" fmla="*/ 22 w 64"/>
                <a:gd name="T15" fmla="*/ 0 h 75"/>
                <a:gd name="T16" fmla="*/ 43 w 64"/>
                <a:gd name="T17" fmla="*/ 0 h 75"/>
                <a:gd name="T18" fmla="*/ 64 w 64"/>
                <a:gd name="T19" fmla="*/ 17 h 75"/>
                <a:gd name="T20" fmla="*/ 64 w 64"/>
                <a:gd name="T21" fmla="*/ 58 h 75"/>
                <a:gd name="T22" fmla="*/ 51 w 64"/>
                <a:gd name="T23" fmla="*/ 55 h 75"/>
                <a:gd name="T24" fmla="*/ 51 w 64"/>
                <a:gd name="T25" fmla="*/ 21 h 75"/>
                <a:gd name="T26" fmla="*/ 48 w 64"/>
                <a:gd name="T27" fmla="*/ 13 h 75"/>
                <a:gd name="T28" fmla="*/ 39 w 64"/>
                <a:gd name="T29" fmla="*/ 11 h 75"/>
                <a:gd name="T30" fmla="*/ 26 w 64"/>
                <a:gd name="T31" fmla="*/ 11 h 75"/>
                <a:gd name="T32" fmla="*/ 16 w 64"/>
                <a:gd name="T33" fmla="*/ 13 h 75"/>
                <a:gd name="T34" fmla="*/ 14 w 64"/>
                <a:gd name="T35" fmla="*/ 21 h 75"/>
                <a:gd name="T36" fmla="*/ 14 w 64"/>
                <a:gd name="T37" fmla="*/ 55 h 75"/>
                <a:gd name="T38" fmla="*/ 17 w 64"/>
                <a:gd name="T39" fmla="*/ 62 h 75"/>
                <a:gd name="T40" fmla="*/ 26 w 64"/>
                <a:gd name="T41" fmla="*/ 64 h 75"/>
                <a:gd name="T42" fmla="*/ 39 w 64"/>
                <a:gd name="T43" fmla="*/ 64 h 75"/>
                <a:gd name="T44" fmla="*/ 48 w 64"/>
                <a:gd name="T45" fmla="*/ 62 h 75"/>
                <a:gd name="T46" fmla="*/ 51 w 64"/>
                <a:gd name="T4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5">
                  <a:moveTo>
                    <a:pt x="64" y="58"/>
                  </a:moveTo>
                  <a:cubicBezTo>
                    <a:pt x="64" y="69"/>
                    <a:pt x="57" y="75"/>
                    <a:pt x="4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7" y="71"/>
                  </a:cubicBezTo>
                  <a:cubicBezTo>
                    <a:pt x="3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8"/>
                  </a:lnTo>
                  <a:close/>
                  <a:moveTo>
                    <a:pt x="51" y="55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17"/>
                    <a:pt x="50" y="15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5"/>
                    <a:pt x="14" y="17"/>
                    <a:pt x="14" y="21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2" name="Freeform 48"/>
            <p:cNvSpPr>
              <a:spLocks/>
            </p:cNvSpPr>
            <p:nvPr userDrawn="1"/>
          </p:nvSpPr>
          <p:spPr bwMode="auto">
            <a:xfrm>
              <a:off x="2476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6 w 65"/>
                <a:gd name="T9" fmla="*/ 70 h 75"/>
                <a:gd name="T10" fmla="*/ 1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7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5 w 65"/>
                <a:gd name="T27" fmla="*/ 11 h 75"/>
                <a:gd name="T28" fmla="*/ 16 w 65"/>
                <a:gd name="T29" fmla="*/ 13 h 75"/>
                <a:gd name="T30" fmla="*/ 14 w 65"/>
                <a:gd name="T31" fmla="*/ 20 h 75"/>
                <a:gd name="T32" fmla="*/ 14 w 65"/>
                <a:gd name="T33" fmla="*/ 55 h 75"/>
                <a:gd name="T34" fmla="*/ 17 w 65"/>
                <a:gd name="T35" fmla="*/ 62 h 75"/>
                <a:gd name="T36" fmla="*/ 25 w 65"/>
                <a:gd name="T37" fmla="*/ 64 h 75"/>
                <a:gd name="T38" fmla="*/ 42 w 65"/>
                <a:gd name="T39" fmla="*/ 64 h 75"/>
                <a:gd name="T40" fmla="*/ 52 w 65"/>
                <a:gd name="T41" fmla="*/ 55 h 75"/>
                <a:gd name="T42" fmla="*/ 52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4" y="67"/>
                    <a:pt x="60" y="70"/>
                  </a:cubicBezTo>
                  <a:cubicBezTo>
                    <a:pt x="57" y="73"/>
                    <a:pt x="52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1" y="12"/>
                    <a:pt x="1" y="10"/>
                  </a:cubicBezTo>
                  <a:cubicBezTo>
                    <a:pt x="2" y="8"/>
                    <a:pt x="4" y="6"/>
                    <a:pt x="7" y="4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6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1"/>
                    <a:pt x="17" y="62"/>
                  </a:cubicBezTo>
                  <a:cubicBezTo>
                    <a:pt x="18" y="63"/>
                    <a:pt x="21" y="64"/>
                    <a:pt x="25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9" y="64"/>
                    <a:pt x="52" y="61"/>
                    <a:pt x="52" y="55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3" name="Freeform 49"/>
            <p:cNvSpPr>
              <a:spLocks/>
            </p:cNvSpPr>
            <p:nvPr userDrawn="1"/>
          </p:nvSpPr>
          <p:spPr bwMode="auto">
            <a:xfrm>
              <a:off x="2631" y="2728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5 h 74"/>
                <a:gd name="T6" fmla="*/ 15 w 65"/>
                <a:gd name="T7" fmla="*/ 40 h 74"/>
                <a:gd name="T8" fmla="*/ 23 w 65"/>
                <a:gd name="T9" fmla="*/ 34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8 h 74"/>
                <a:gd name="T16" fmla="*/ 41 w 65"/>
                <a:gd name="T17" fmla="*/ 10 h 74"/>
                <a:gd name="T18" fmla="*/ 14 w 65"/>
                <a:gd name="T19" fmla="*/ 10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5 h 74"/>
                <a:gd name="T30" fmla="*/ 65 w 65"/>
                <a:gd name="T31" fmla="*/ 28 h 74"/>
                <a:gd name="T32" fmla="*/ 60 w 65"/>
                <a:gd name="T33" fmla="*/ 39 h 74"/>
                <a:gd name="T34" fmla="*/ 46 w 65"/>
                <a:gd name="T35" fmla="*/ 43 h 74"/>
                <a:gd name="T36" fmla="*/ 31 w 65"/>
                <a:gd name="T37" fmla="*/ 43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4"/>
                    <a:pt x="15" y="43"/>
                    <a:pt x="15" y="40"/>
                  </a:cubicBezTo>
                  <a:cubicBezTo>
                    <a:pt x="15" y="36"/>
                    <a:pt x="17" y="34"/>
                    <a:pt x="23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4"/>
                    <a:pt x="52" y="32"/>
                    <a:pt x="52" y="2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3"/>
                    <a:pt x="48" y="10"/>
                    <a:pt x="41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5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33"/>
                    <a:pt x="63" y="36"/>
                    <a:pt x="60" y="39"/>
                  </a:cubicBezTo>
                  <a:cubicBezTo>
                    <a:pt x="56" y="42"/>
                    <a:pt x="52" y="43"/>
                    <a:pt x="46" y="43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4" name="Freeform 50"/>
            <p:cNvSpPr>
              <a:spLocks noEditPoints="1"/>
            </p:cNvSpPr>
            <p:nvPr userDrawn="1"/>
          </p:nvSpPr>
          <p:spPr bwMode="auto">
            <a:xfrm>
              <a:off x="2773" y="2728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5 h 74"/>
                <a:gd name="T6" fmla="*/ 22 w 80"/>
                <a:gd name="T7" fmla="*/ 55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6 h 74"/>
                <a:gd name="T14" fmla="*/ 40 w 80"/>
                <a:gd name="T15" fmla="*/ 0 h 74"/>
                <a:gd name="T16" fmla="*/ 50 w 80"/>
                <a:gd name="T17" fmla="*/ 6 h 74"/>
                <a:gd name="T18" fmla="*/ 80 w 80"/>
                <a:gd name="T19" fmla="*/ 74 h 74"/>
                <a:gd name="T20" fmla="*/ 54 w 80"/>
                <a:gd name="T21" fmla="*/ 45 h 74"/>
                <a:gd name="T22" fmla="*/ 39 w 80"/>
                <a:gd name="T23" fmla="*/ 12 h 74"/>
                <a:gd name="T24" fmla="*/ 26 w 80"/>
                <a:gd name="T25" fmla="*/ 45 h 74"/>
                <a:gd name="T26" fmla="*/ 54 w 80"/>
                <a:gd name="T27" fmla="*/ 4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2"/>
                    <a:pt x="35" y="0"/>
                    <a:pt x="40" y="0"/>
                  </a:cubicBezTo>
                  <a:cubicBezTo>
                    <a:pt x="45" y="0"/>
                    <a:pt x="48" y="2"/>
                    <a:pt x="50" y="6"/>
                  </a:cubicBezTo>
                  <a:lnTo>
                    <a:pt x="80" y="74"/>
                  </a:lnTo>
                  <a:close/>
                  <a:moveTo>
                    <a:pt x="54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26" y="45"/>
                    <a:pt x="26" y="45"/>
                    <a:pt x="26" y="45"/>
                  </a:cubicBezTo>
                  <a:lnTo>
                    <a:pt x="54" y="4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5" name="Freeform 51"/>
            <p:cNvSpPr>
              <a:spLocks noEditPoints="1"/>
            </p:cNvSpPr>
            <p:nvPr userDrawn="1"/>
          </p:nvSpPr>
          <p:spPr bwMode="auto">
            <a:xfrm>
              <a:off x="2939" y="2726"/>
              <a:ext cx="99" cy="114"/>
            </a:xfrm>
            <a:custGeom>
              <a:avLst/>
              <a:gdLst>
                <a:gd name="T0" fmla="*/ 66 w 66"/>
                <a:gd name="T1" fmla="*/ 31 h 75"/>
                <a:gd name="T2" fmla="*/ 60 w 66"/>
                <a:gd name="T3" fmla="*/ 42 h 75"/>
                <a:gd name="T4" fmla="*/ 46 w 66"/>
                <a:gd name="T5" fmla="*/ 47 h 75"/>
                <a:gd name="T6" fmla="*/ 14 w 66"/>
                <a:gd name="T7" fmla="*/ 47 h 75"/>
                <a:gd name="T8" fmla="*/ 14 w 66"/>
                <a:gd name="T9" fmla="*/ 75 h 75"/>
                <a:gd name="T10" fmla="*/ 0 w 66"/>
                <a:gd name="T11" fmla="*/ 75 h 75"/>
                <a:gd name="T12" fmla="*/ 0 w 66"/>
                <a:gd name="T13" fmla="*/ 0 h 75"/>
                <a:gd name="T14" fmla="*/ 45 w 66"/>
                <a:gd name="T15" fmla="*/ 0 h 75"/>
                <a:gd name="T16" fmla="*/ 60 w 66"/>
                <a:gd name="T17" fmla="*/ 4 h 75"/>
                <a:gd name="T18" fmla="*/ 66 w 66"/>
                <a:gd name="T19" fmla="*/ 15 h 75"/>
                <a:gd name="T20" fmla="*/ 66 w 66"/>
                <a:gd name="T21" fmla="*/ 31 h 75"/>
                <a:gd name="T22" fmla="*/ 52 w 66"/>
                <a:gd name="T23" fmla="*/ 27 h 75"/>
                <a:gd name="T24" fmla="*/ 52 w 66"/>
                <a:gd name="T25" fmla="*/ 18 h 75"/>
                <a:gd name="T26" fmla="*/ 42 w 66"/>
                <a:gd name="T27" fmla="*/ 11 h 75"/>
                <a:gd name="T28" fmla="*/ 14 w 66"/>
                <a:gd name="T29" fmla="*/ 11 h 75"/>
                <a:gd name="T30" fmla="*/ 14 w 66"/>
                <a:gd name="T31" fmla="*/ 36 h 75"/>
                <a:gd name="T32" fmla="*/ 41 w 66"/>
                <a:gd name="T33" fmla="*/ 36 h 75"/>
                <a:gd name="T34" fmla="*/ 52 w 66"/>
                <a:gd name="T35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5">
                  <a:moveTo>
                    <a:pt x="66" y="31"/>
                  </a:moveTo>
                  <a:cubicBezTo>
                    <a:pt x="66" y="36"/>
                    <a:pt x="64" y="40"/>
                    <a:pt x="60" y="42"/>
                  </a:cubicBezTo>
                  <a:cubicBezTo>
                    <a:pt x="57" y="45"/>
                    <a:pt x="52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6" y="1"/>
                    <a:pt x="60" y="4"/>
                  </a:cubicBezTo>
                  <a:cubicBezTo>
                    <a:pt x="63" y="7"/>
                    <a:pt x="65" y="10"/>
                    <a:pt x="66" y="15"/>
                  </a:cubicBezTo>
                  <a:cubicBezTo>
                    <a:pt x="66" y="20"/>
                    <a:pt x="66" y="25"/>
                    <a:pt x="66" y="31"/>
                  </a:cubicBezTo>
                  <a:close/>
                  <a:moveTo>
                    <a:pt x="52" y="2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49" y="11"/>
                    <a:pt x="42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9" y="36"/>
                    <a:pt x="52" y="33"/>
                    <a:pt x="52" y="27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6" name="Freeform 52"/>
            <p:cNvSpPr>
              <a:spLocks/>
            </p:cNvSpPr>
            <p:nvPr userDrawn="1"/>
          </p:nvSpPr>
          <p:spPr bwMode="auto">
            <a:xfrm>
              <a:off x="3094" y="2726"/>
              <a:ext cx="100" cy="114"/>
            </a:xfrm>
            <a:custGeom>
              <a:avLst/>
              <a:gdLst>
                <a:gd name="T0" fmla="*/ 100 w 100"/>
                <a:gd name="T1" fmla="*/ 114 h 114"/>
                <a:gd name="T2" fmla="*/ 80 w 100"/>
                <a:gd name="T3" fmla="*/ 114 h 114"/>
                <a:gd name="T4" fmla="*/ 80 w 100"/>
                <a:gd name="T5" fmla="*/ 65 h 114"/>
                <a:gd name="T6" fmla="*/ 20 w 100"/>
                <a:gd name="T7" fmla="*/ 65 h 114"/>
                <a:gd name="T8" fmla="*/ 20 w 100"/>
                <a:gd name="T9" fmla="*/ 114 h 114"/>
                <a:gd name="T10" fmla="*/ 0 w 100"/>
                <a:gd name="T11" fmla="*/ 114 h 114"/>
                <a:gd name="T12" fmla="*/ 0 w 100"/>
                <a:gd name="T13" fmla="*/ 0 h 114"/>
                <a:gd name="T14" fmla="*/ 20 w 100"/>
                <a:gd name="T15" fmla="*/ 0 h 114"/>
                <a:gd name="T16" fmla="*/ 20 w 100"/>
                <a:gd name="T17" fmla="*/ 49 h 114"/>
                <a:gd name="T18" fmla="*/ 80 w 100"/>
                <a:gd name="T19" fmla="*/ 49 h 114"/>
                <a:gd name="T20" fmla="*/ 80 w 100"/>
                <a:gd name="T21" fmla="*/ 0 h 114"/>
                <a:gd name="T22" fmla="*/ 100 w 100"/>
                <a:gd name="T23" fmla="*/ 0 h 114"/>
                <a:gd name="T24" fmla="*/ 100 w 100"/>
                <a:gd name="T2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114">
                  <a:moveTo>
                    <a:pt x="100" y="114"/>
                  </a:moveTo>
                  <a:lnTo>
                    <a:pt x="80" y="114"/>
                  </a:lnTo>
                  <a:lnTo>
                    <a:pt x="80" y="65"/>
                  </a:lnTo>
                  <a:lnTo>
                    <a:pt x="20" y="65"/>
                  </a:lnTo>
                  <a:lnTo>
                    <a:pt x="20" y="114"/>
                  </a:lnTo>
                  <a:lnTo>
                    <a:pt x="0" y="11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"/>
                  </a:lnTo>
                  <a:lnTo>
                    <a:pt x="80" y="49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11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7" name="Rectangle 53"/>
            <p:cNvSpPr>
              <a:spLocks noChangeArrowheads="1"/>
            </p:cNvSpPr>
            <p:nvPr userDrawn="1"/>
          </p:nvSpPr>
          <p:spPr bwMode="auto">
            <a:xfrm>
              <a:off x="3251" y="2726"/>
              <a:ext cx="20" cy="114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8" name="Freeform 54"/>
            <p:cNvSpPr>
              <a:spLocks noEditPoints="1"/>
            </p:cNvSpPr>
            <p:nvPr userDrawn="1"/>
          </p:nvSpPr>
          <p:spPr bwMode="auto">
            <a:xfrm>
              <a:off x="3328" y="2726"/>
              <a:ext cx="98" cy="129"/>
            </a:xfrm>
            <a:custGeom>
              <a:avLst/>
              <a:gdLst>
                <a:gd name="T0" fmla="*/ 65 w 65"/>
                <a:gd name="T1" fmla="*/ 58 h 85"/>
                <a:gd name="T2" fmla="*/ 51 w 65"/>
                <a:gd name="T3" fmla="*/ 74 h 85"/>
                <a:gd name="T4" fmla="*/ 64 w 65"/>
                <a:gd name="T5" fmla="*/ 85 h 85"/>
                <a:gd name="T6" fmla="*/ 46 w 65"/>
                <a:gd name="T7" fmla="*/ 85 h 85"/>
                <a:gd name="T8" fmla="*/ 33 w 65"/>
                <a:gd name="T9" fmla="*/ 75 h 85"/>
                <a:gd name="T10" fmla="*/ 22 w 65"/>
                <a:gd name="T11" fmla="*/ 75 h 85"/>
                <a:gd name="T12" fmla="*/ 7 w 65"/>
                <a:gd name="T13" fmla="*/ 71 h 85"/>
                <a:gd name="T14" fmla="*/ 0 w 65"/>
                <a:gd name="T15" fmla="*/ 58 h 85"/>
                <a:gd name="T16" fmla="*/ 0 w 65"/>
                <a:gd name="T17" fmla="*/ 17 h 85"/>
                <a:gd name="T18" fmla="*/ 7 w 65"/>
                <a:gd name="T19" fmla="*/ 4 h 85"/>
                <a:gd name="T20" fmla="*/ 22 w 65"/>
                <a:gd name="T21" fmla="*/ 0 h 85"/>
                <a:gd name="T22" fmla="*/ 43 w 65"/>
                <a:gd name="T23" fmla="*/ 0 h 85"/>
                <a:gd name="T24" fmla="*/ 58 w 65"/>
                <a:gd name="T25" fmla="*/ 4 h 85"/>
                <a:gd name="T26" fmla="*/ 65 w 65"/>
                <a:gd name="T27" fmla="*/ 17 h 85"/>
                <a:gd name="T28" fmla="*/ 65 w 65"/>
                <a:gd name="T29" fmla="*/ 58 h 85"/>
                <a:gd name="T30" fmla="*/ 52 w 65"/>
                <a:gd name="T31" fmla="*/ 56 h 85"/>
                <a:gd name="T32" fmla="*/ 52 w 65"/>
                <a:gd name="T33" fmla="*/ 20 h 85"/>
                <a:gd name="T34" fmla="*/ 49 w 65"/>
                <a:gd name="T35" fmla="*/ 13 h 85"/>
                <a:gd name="T36" fmla="*/ 39 w 65"/>
                <a:gd name="T37" fmla="*/ 11 h 85"/>
                <a:gd name="T38" fmla="*/ 26 w 65"/>
                <a:gd name="T39" fmla="*/ 11 h 85"/>
                <a:gd name="T40" fmla="*/ 16 w 65"/>
                <a:gd name="T41" fmla="*/ 13 h 85"/>
                <a:gd name="T42" fmla="*/ 14 w 65"/>
                <a:gd name="T43" fmla="*/ 20 h 85"/>
                <a:gd name="T44" fmla="*/ 14 w 65"/>
                <a:gd name="T45" fmla="*/ 55 h 85"/>
                <a:gd name="T46" fmla="*/ 17 w 65"/>
                <a:gd name="T47" fmla="*/ 62 h 85"/>
                <a:gd name="T48" fmla="*/ 26 w 65"/>
                <a:gd name="T49" fmla="*/ 64 h 85"/>
                <a:gd name="T50" fmla="*/ 39 w 65"/>
                <a:gd name="T51" fmla="*/ 64 h 85"/>
                <a:gd name="T52" fmla="*/ 49 w 65"/>
                <a:gd name="T53" fmla="*/ 62 h 85"/>
                <a:gd name="T54" fmla="*/ 52 w 65"/>
                <a:gd name="T55" fmla="*/ 5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85">
                  <a:moveTo>
                    <a:pt x="65" y="58"/>
                  </a:moveTo>
                  <a:cubicBezTo>
                    <a:pt x="65" y="67"/>
                    <a:pt x="60" y="72"/>
                    <a:pt x="51" y="74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4"/>
                    <a:pt x="7" y="71"/>
                  </a:cubicBezTo>
                  <a:cubicBezTo>
                    <a:pt x="2" y="69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0" y="0"/>
                    <a:pt x="55" y="2"/>
                    <a:pt x="58" y="4"/>
                  </a:cubicBezTo>
                  <a:cubicBezTo>
                    <a:pt x="63" y="7"/>
                    <a:pt x="65" y="11"/>
                    <a:pt x="65" y="17"/>
                  </a:cubicBezTo>
                  <a:lnTo>
                    <a:pt x="65" y="58"/>
                  </a:lnTo>
                  <a:close/>
                  <a:moveTo>
                    <a:pt x="52" y="5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17"/>
                    <a:pt x="51" y="14"/>
                    <a:pt x="49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9"/>
                    <a:pt x="15" y="61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9" y="62"/>
                  </a:cubicBezTo>
                  <a:cubicBezTo>
                    <a:pt x="51" y="61"/>
                    <a:pt x="52" y="59"/>
                    <a:pt x="52" y="56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9" name="Freeform 55"/>
            <p:cNvSpPr>
              <a:spLocks/>
            </p:cNvSpPr>
            <p:nvPr userDrawn="1"/>
          </p:nvSpPr>
          <p:spPr bwMode="auto">
            <a:xfrm>
              <a:off x="3483" y="2726"/>
              <a:ext cx="98" cy="114"/>
            </a:xfrm>
            <a:custGeom>
              <a:avLst/>
              <a:gdLst>
                <a:gd name="T0" fmla="*/ 65 w 65"/>
                <a:gd name="T1" fmla="*/ 56 h 75"/>
                <a:gd name="T2" fmla="*/ 64 w 65"/>
                <a:gd name="T3" fmla="*/ 64 h 75"/>
                <a:gd name="T4" fmla="*/ 60 w 65"/>
                <a:gd name="T5" fmla="*/ 70 h 75"/>
                <a:gd name="T6" fmla="*/ 52 w 65"/>
                <a:gd name="T7" fmla="*/ 74 h 75"/>
                <a:gd name="T8" fmla="*/ 43 w 65"/>
                <a:gd name="T9" fmla="*/ 75 h 75"/>
                <a:gd name="T10" fmla="*/ 22 w 65"/>
                <a:gd name="T11" fmla="*/ 75 h 75"/>
                <a:gd name="T12" fmla="*/ 13 w 65"/>
                <a:gd name="T13" fmla="*/ 74 h 75"/>
                <a:gd name="T14" fmla="*/ 6 w 65"/>
                <a:gd name="T15" fmla="*/ 70 h 75"/>
                <a:gd name="T16" fmla="*/ 1 w 65"/>
                <a:gd name="T17" fmla="*/ 64 h 75"/>
                <a:gd name="T18" fmla="*/ 0 w 65"/>
                <a:gd name="T19" fmla="*/ 56 h 75"/>
                <a:gd name="T20" fmla="*/ 0 w 65"/>
                <a:gd name="T21" fmla="*/ 0 h 75"/>
                <a:gd name="T22" fmla="*/ 13 w 65"/>
                <a:gd name="T23" fmla="*/ 0 h 75"/>
                <a:gd name="T24" fmla="*/ 13 w 65"/>
                <a:gd name="T25" fmla="*/ 54 h 75"/>
                <a:gd name="T26" fmla="*/ 16 w 65"/>
                <a:gd name="T27" fmla="*/ 62 h 75"/>
                <a:gd name="T28" fmla="*/ 26 w 65"/>
                <a:gd name="T29" fmla="*/ 64 h 75"/>
                <a:gd name="T30" fmla="*/ 40 w 65"/>
                <a:gd name="T31" fmla="*/ 64 h 75"/>
                <a:gd name="T32" fmla="*/ 49 w 65"/>
                <a:gd name="T33" fmla="*/ 62 h 75"/>
                <a:gd name="T34" fmla="*/ 52 w 65"/>
                <a:gd name="T35" fmla="*/ 54 h 75"/>
                <a:gd name="T36" fmla="*/ 52 w 65"/>
                <a:gd name="T37" fmla="*/ 0 h 75"/>
                <a:gd name="T38" fmla="*/ 65 w 65"/>
                <a:gd name="T39" fmla="*/ 0 h 75"/>
                <a:gd name="T40" fmla="*/ 65 w 65"/>
                <a:gd name="T41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75">
                  <a:moveTo>
                    <a:pt x="65" y="56"/>
                  </a:moveTo>
                  <a:cubicBezTo>
                    <a:pt x="65" y="59"/>
                    <a:pt x="65" y="62"/>
                    <a:pt x="64" y="64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7" y="72"/>
                    <a:pt x="55" y="73"/>
                    <a:pt x="52" y="74"/>
                  </a:cubicBezTo>
                  <a:cubicBezTo>
                    <a:pt x="50" y="74"/>
                    <a:pt x="47" y="75"/>
                    <a:pt x="4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8" y="75"/>
                    <a:pt x="15" y="74"/>
                    <a:pt x="13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3" y="68"/>
                    <a:pt x="2" y="66"/>
                    <a:pt x="1" y="64"/>
                  </a:cubicBezTo>
                  <a:cubicBezTo>
                    <a:pt x="0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4" y="64"/>
                    <a:pt x="48" y="63"/>
                    <a:pt x="49" y="62"/>
                  </a:cubicBezTo>
                  <a:cubicBezTo>
                    <a:pt x="51" y="60"/>
                    <a:pt x="52" y="58"/>
                    <a:pt x="52" y="5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0" name="Freeform 56"/>
            <p:cNvSpPr>
              <a:spLocks/>
            </p:cNvSpPr>
            <p:nvPr userDrawn="1"/>
          </p:nvSpPr>
          <p:spPr bwMode="auto">
            <a:xfrm>
              <a:off x="3638" y="2728"/>
              <a:ext cx="89" cy="112"/>
            </a:xfrm>
            <a:custGeom>
              <a:avLst/>
              <a:gdLst>
                <a:gd name="T0" fmla="*/ 57 w 59"/>
                <a:gd name="T1" fmla="*/ 42 h 74"/>
                <a:gd name="T2" fmla="*/ 14 w 59"/>
                <a:gd name="T3" fmla="*/ 42 h 74"/>
                <a:gd name="T4" fmla="*/ 14 w 59"/>
                <a:gd name="T5" fmla="*/ 54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2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6 h 74"/>
                <a:gd name="T20" fmla="*/ 6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0 h 74"/>
                <a:gd name="T28" fmla="*/ 25 w 59"/>
                <a:gd name="T29" fmla="*/ 10 h 74"/>
                <a:gd name="T30" fmla="*/ 14 w 59"/>
                <a:gd name="T31" fmla="*/ 19 h 74"/>
                <a:gd name="T32" fmla="*/ 14 w 59"/>
                <a:gd name="T33" fmla="*/ 31 h 74"/>
                <a:gd name="T34" fmla="*/ 57 w 59"/>
                <a:gd name="T35" fmla="*/ 31 h 74"/>
                <a:gd name="T36" fmla="*/ 57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2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0"/>
                    <a:pt x="14" y="13"/>
                    <a:pt x="14" y="19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57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1" name="Freeform 57"/>
            <p:cNvSpPr>
              <a:spLocks/>
            </p:cNvSpPr>
            <p:nvPr userDrawn="1"/>
          </p:nvSpPr>
          <p:spPr bwMode="auto">
            <a:xfrm>
              <a:off x="2023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4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4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4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4" y="74"/>
                    <a:pt x="9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9" y="2"/>
                    <a:pt x="13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2" name="Freeform 58"/>
            <p:cNvSpPr>
              <a:spLocks/>
            </p:cNvSpPr>
            <p:nvPr userDrawn="1"/>
          </p:nvSpPr>
          <p:spPr bwMode="auto">
            <a:xfrm>
              <a:off x="2164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3" name="Freeform 59"/>
            <p:cNvSpPr>
              <a:spLocks/>
            </p:cNvSpPr>
            <p:nvPr userDrawn="1"/>
          </p:nvSpPr>
          <p:spPr bwMode="auto">
            <a:xfrm>
              <a:off x="2394" y="2987"/>
              <a:ext cx="89" cy="112"/>
            </a:xfrm>
            <a:custGeom>
              <a:avLst/>
              <a:gdLst>
                <a:gd name="T0" fmla="*/ 59 w 59"/>
                <a:gd name="T1" fmla="*/ 43 h 74"/>
                <a:gd name="T2" fmla="*/ 13 w 59"/>
                <a:gd name="T3" fmla="*/ 43 h 74"/>
                <a:gd name="T4" fmla="*/ 13 w 59"/>
                <a:gd name="T5" fmla="*/ 74 h 74"/>
                <a:gd name="T6" fmla="*/ 0 w 59"/>
                <a:gd name="T7" fmla="*/ 74 h 74"/>
                <a:gd name="T8" fmla="*/ 0 w 59"/>
                <a:gd name="T9" fmla="*/ 15 h 74"/>
                <a:gd name="T10" fmla="*/ 6 w 59"/>
                <a:gd name="T11" fmla="*/ 4 h 74"/>
                <a:gd name="T12" fmla="*/ 20 w 59"/>
                <a:gd name="T13" fmla="*/ 0 h 74"/>
                <a:gd name="T14" fmla="*/ 59 w 59"/>
                <a:gd name="T15" fmla="*/ 0 h 74"/>
                <a:gd name="T16" fmla="*/ 59 w 59"/>
                <a:gd name="T17" fmla="*/ 11 h 74"/>
                <a:gd name="T18" fmla="*/ 24 w 59"/>
                <a:gd name="T19" fmla="*/ 11 h 74"/>
                <a:gd name="T20" fmla="*/ 13 w 59"/>
                <a:gd name="T21" fmla="*/ 19 h 74"/>
                <a:gd name="T22" fmla="*/ 13 w 59"/>
                <a:gd name="T23" fmla="*/ 32 h 74"/>
                <a:gd name="T24" fmla="*/ 59 w 59"/>
                <a:gd name="T25" fmla="*/ 32 h 74"/>
                <a:gd name="T26" fmla="*/ 59 w 59"/>
                <a:gd name="T2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74">
                  <a:moveTo>
                    <a:pt x="59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6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9" y="32"/>
                    <a:pt x="59" y="32"/>
                    <a:pt x="59" y="32"/>
                  </a:cubicBezTo>
                  <a:lnTo>
                    <a:pt x="59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4" name="Freeform 60"/>
            <p:cNvSpPr>
              <a:spLocks noEditPoints="1"/>
            </p:cNvSpPr>
            <p:nvPr userDrawn="1"/>
          </p:nvSpPr>
          <p:spPr bwMode="auto">
            <a:xfrm>
              <a:off x="2542" y="298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6" y="12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5" y="60"/>
                    <a:pt x="17" y="61"/>
                  </a:cubicBezTo>
                  <a:cubicBezTo>
                    <a:pt x="18" y="63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3"/>
                    <a:pt x="48" y="61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5" name="Freeform 61"/>
            <p:cNvSpPr>
              <a:spLocks/>
            </p:cNvSpPr>
            <p:nvPr userDrawn="1"/>
          </p:nvSpPr>
          <p:spPr bwMode="auto">
            <a:xfrm>
              <a:off x="269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6 h 74"/>
                <a:gd name="T6" fmla="*/ 14 w 65"/>
                <a:gd name="T7" fmla="*/ 41 h 74"/>
                <a:gd name="T8" fmla="*/ 22 w 65"/>
                <a:gd name="T9" fmla="*/ 35 h 74"/>
                <a:gd name="T10" fmla="*/ 42 w 65"/>
                <a:gd name="T11" fmla="*/ 35 h 74"/>
                <a:gd name="T12" fmla="*/ 51 w 65"/>
                <a:gd name="T13" fmla="*/ 27 h 74"/>
                <a:gd name="T14" fmla="*/ 51 w 65"/>
                <a:gd name="T15" fmla="*/ 19 h 74"/>
                <a:gd name="T16" fmla="*/ 40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4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59 w 65"/>
                <a:gd name="T33" fmla="*/ 40 h 74"/>
                <a:gd name="T34" fmla="*/ 45 w 65"/>
                <a:gd name="T35" fmla="*/ 44 h 74"/>
                <a:gd name="T36" fmla="*/ 30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8" y="35"/>
                    <a:pt x="51" y="32"/>
                    <a:pt x="51" y="27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4"/>
                    <a:pt x="48" y="11"/>
                    <a:pt x="4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59" y="40"/>
                  </a:cubicBezTo>
                  <a:cubicBezTo>
                    <a:pt x="56" y="43"/>
                    <a:pt x="51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6" name="Freeform 62"/>
            <p:cNvSpPr>
              <a:spLocks/>
            </p:cNvSpPr>
            <p:nvPr userDrawn="1"/>
          </p:nvSpPr>
          <p:spPr bwMode="auto">
            <a:xfrm>
              <a:off x="2847" y="2987"/>
              <a:ext cx="89" cy="112"/>
            </a:xfrm>
            <a:custGeom>
              <a:avLst/>
              <a:gdLst>
                <a:gd name="T0" fmla="*/ 57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6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7 w 59"/>
                <a:gd name="T35" fmla="*/ 32 h 74"/>
                <a:gd name="T36" fmla="*/ 57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6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7" y="32"/>
                    <a:pt x="57" y="32"/>
                    <a:pt x="57" y="32"/>
                  </a:cubicBezTo>
                  <a:lnTo>
                    <a:pt x="57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7" name="Freeform 63"/>
            <p:cNvSpPr>
              <a:spLocks/>
            </p:cNvSpPr>
            <p:nvPr userDrawn="1"/>
          </p:nvSpPr>
          <p:spPr bwMode="auto">
            <a:xfrm>
              <a:off x="2995" y="2987"/>
              <a:ext cx="89" cy="112"/>
            </a:xfrm>
            <a:custGeom>
              <a:avLst/>
              <a:gdLst>
                <a:gd name="T0" fmla="*/ 59 w 59"/>
                <a:gd name="T1" fmla="*/ 11 h 74"/>
                <a:gd name="T2" fmla="*/ 25 w 59"/>
                <a:gd name="T3" fmla="*/ 11 h 74"/>
                <a:gd name="T4" fmla="*/ 14 w 59"/>
                <a:gd name="T5" fmla="*/ 14 h 74"/>
                <a:gd name="T6" fmla="*/ 13 w 59"/>
                <a:gd name="T7" fmla="*/ 24 h 74"/>
                <a:gd name="T8" fmla="*/ 16 w 59"/>
                <a:gd name="T9" fmla="*/ 30 h 74"/>
                <a:gd name="T10" fmla="*/ 25 w 59"/>
                <a:gd name="T11" fmla="*/ 31 h 74"/>
                <a:gd name="T12" fmla="*/ 39 w 59"/>
                <a:gd name="T13" fmla="*/ 31 h 74"/>
                <a:gd name="T14" fmla="*/ 53 w 59"/>
                <a:gd name="T15" fmla="*/ 35 h 74"/>
                <a:gd name="T16" fmla="*/ 58 w 59"/>
                <a:gd name="T17" fmla="*/ 47 h 74"/>
                <a:gd name="T18" fmla="*/ 58 w 59"/>
                <a:gd name="T19" fmla="*/ 58 h 74"/>
                <a:gd name="T20" fmla="*/ 53 w 59"/>
                <a:gd name="T21" fmla="*/ 70 h 74"/>
                <a:gd name="T22" fmla="*/ 38 w 59"/>
                <a:gd name="T23" fmla="*/ 74 h 74"/>
                <a:gd name="T24" fmla="*/ 0 w 59"/>
                <a:gd name="T25" fmla="*/ 74 h 74"/>
                <a:gd name="T26" fmla="*/ 0 w 59"/>
                <a:gd name="T27" fmla="*/ 63 h 74"/>
                <a:gd name="T28" fmla="*/ 34 w 59"/>
                <a:gd name="T29" fmla="*/ 63 h 74"/>
                <a:gd name="T30" fmla="*/ 44 w 59"/>
                <a:gd name="T31" fmla="*/ 60 h 74"/>
                <a:gd name="T32" fmla="*/ 45 w 59"/>
                <a:gd name="T33" fmla="*/ 50 h 74"/>
                <a:gd name="T34" fmla="*/ 34 w 59"/>
                <a:gd name="T35" fmla="*/ 42 h 74"/>
                <a:gd name="T36" fmla="*/ 20 w 59"/>
                <a:gd name="T37" fmla="*/ 42 h 74"/>
                <a:gd name="T38" fmla="*/ 6 w 59"/>
                <a:gd name="T39" fmla="*/ 38 h 74"/>
                <a:gd name="T40" fmla="*/ 0 w 59"/>
                <a:gd name="T41" fmla="*/ 27 h 74"/>
                <a:gd name="T42" fmla="*/ 0 w 59"/>
                <a:gd name="T43" fmla="*/ 16 h 74"/>
                <a:gd name="T44" fmla="*/ 6 w 59"/>
                <a:gd name="T45" fmla="*/ 3 h 74"/>
                <a:gd name="T46" fmla="*/ 20 w 59"/>
                <a:gd name="T47" fmla="*/ 0 h 74"/>
                <a:gd name="T48" fmla="*/ 59 w 59"/>
                <a:gd name="T49" fmla="*/ 0 h 74"/>
                <a:gd name="T50" fmla="*/ 59 w 59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74">
                  <a:moveTo>
                    <a:pt x="59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6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1"/>
                    <a:pt x="25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5" y="31"/>
                    <a:pt x="49" y="33"/>
                    <a:pt x="53" y="35"/>
                  </a:cubicBezTo>
                  <a:cubicBezTo>
                    <a:pt x="57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3"/>
                    <a:pt x="57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2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10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6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8" name="Freeform 64"/>
            <p:cNvSpPr>
              <a:spLocks/>
            </p:cNvSpPr>
            <p:nvPr userDrawn="1"/>
          </p:nvSpPr>
          <p:spPr bwMode="auto">
            <a:xfrm>
              <a:off x="3132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9" name="Rectangle 65"/>
            <p:cNvSpPr>
              <a:spLocks noChangeArrowheads="1"/>
            </p:cNvSpPr>
            <p:nvPr userDrawn="1"/>
          </p:nvSpPr>
          <p:spPr bwMode="auto">
            <a:xfrm>
              <a:off x="3266" y="2987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0" name="Freeform 66"/>
            <p:cNvSpPr>
              <a:spLocks noEditPoints="1"/>
            </p:cNvSpPr>
            <p:nvPr userDrawn="1"/>
          </p:nvSpPr>
          <p:spPr bwMode="auto">
            <a:xfrm>
              <a:off x="3343" y="2959"/>
              <a:ext cx="89" cy="140"/>
            </a:xfrm>
            <a:custGeom>
              <a:avLst/>
              <a:gdLst>
                <a:gd name="T0" fmla="*/ 59 w 59"/>
                <a:gd name="T1" fmla="*/ 93 h 93"/>
                <a:gd name="T2" fmla="*/ 21 w 59"/>
                <a:gd name="T3" fmla="*/ 93 h 93"/>
                <a:gd name="T4" fmla="*/ 6 w 59"/>
                <a:gd name="T5" fmla="*/ 89 h 93"/>
                <a:gd name="T6" fmla="*/ 0 w 59"/>
                <a:gd name="T7" fmla="*/ 77 h 93"/>
                <a:gd name="T8" fmla="*/ 0 w 59"/>
                <a:gd name="T9" fmla="*/ 36 h 93"/>
                <a:gd name="T10" fmla="*/ 5 w 59"/>
                <a:gd name="T11" fmla="*/ 23 h 93"/>
                <a:gd name="T12" fmla="*/ 20 w 59"/>
                <a:gd name="T13" fmla="*/ 19 h 93"/>
                <a:gd name="T14" fmla="*/ 59 w 59"/>
                <a:gd name="T15" fmla="*/ 19 h 93"/>
                <a:gd name="T16" fmla="*/ 59 w 59"/>
                <a:gd name="T17" fmla="*/ 30 h 93"/>
                <a:gd name="T18" fmla="*/ 25 w 59"/>
                <a:gd name="T19" fmla="*/ 30 h 93"/>
                <a:gd name="T20" fmla="*/ 13 w 59"/>
                <a:gd name="T21" fmla="*/ 38 h 93"/>
                <a:gd name="T22" fmla="*/ 13 w 59"/>
                <a:gd name="T23" fmla="*/ 51 h 93"/>
                <a:gd name="T24" fmla="*/ 59 w 59"/>
                <a:gd name="T25" fmla="*/ 51 h 93"/>
                <a:gd name="T26" fmla="*/ 59 w 59"/>
                <a:gd name="T27" fmla="*/ 62 h 93"/>
                <a:gd name="T28" fmla="*/ 13 w 59"/>
                <a:gd name="T29" fmla="*/ 62 h 93"/>
                <a:gd name="T30" fmla="*/ 13 w 59"/>
                <a:gd name="T31" fmla="*/ 74 h 93"/>
                <a:gd name="T32" fmla="*/ 25 w 59"/>
                <a:gd name="T33" fmla="*/ 82 h 93"/>
                <a:gd name="T34" fmla="*/ 59 w 59"/>
                <a:gd name="T35" fmla="*/ 82 h 93"/>
                <a:gd name="T36" fmla="*/ 59 w 59"/>
                <a:gd name="T37" fmla="*/ 93 h 93"/>
                <a:gd name="T38" fmla="*/ 44 w 59"/>
                <a:gd name="T39" fmla="*/ 13 h 93"/>
                <a:gd name="T40" fmla="*/ 34 w 59"/>
                <a:gd name="T41" fmla="*/ 13 h 93"/>
                <a:gd name="T42" fmla="*/ 24 w 59"/>
                <a:gd name="T43" fmla="*/ 0 h 93"/>
                <a:gd name="T44" fmla="*/ 35 w 59"/>
                <a:gd name="T45" fmla="*/ 0 h 93"/>
                <a:gd name="T46" fmla="*/ 44 w 59"/>
                <a:gd name="T47" fmla="*/ 1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3">
                  <a:moveTo>
                    <a:pt x="59" y="93"/>
                  </a:moveTo>
                  <a:cubicBezTo>
                    <a:pt x="21" y="93"/>
                    <a:pt x="21" y="93"/>
                    <a:pt x="21" y="93"/>
                  </a:cubicBezTo>
                  <a:cubicBezTo>
                    <a:pt x="15" y="93"/>
                    <a:pt x="10" y="92"/>
                    <a:pt x="6" y="89"/>
                  </a:cubicBezTo>
                  <a:cubicBezTo>
                    <a:pt x="2" y="87"/>
                    <a:pt x="0" y="83"/>
                    <a:pt x="0" y="7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0"/>
                    <a:pt x="2" y="26"/>
                    <a:pt x="5" y="23"/>
                  </a:cubicBezTo>
                  <a:cubicBezTo>
                    <a:pt x="9" y="21"/>
                    <a:pt x="14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7" y="30"/>
                    <a:pt x="13" y="33"/>
                    <a:pt x="13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2"/>
                    <a:pt x="25" y="82"/>
                  </a:cubicBezTo>
                  <a:cubicBezTo>
                    <a:pt x="59" y="82"/>
                    <a:pt x="59" y="82"/>
                    <a:pt x="59" y="82"/>
                  </a:cubicBezTo>
                  <a:lnTo>
                    <a:pt x="59" y="93"/>
                  </a:lnTo>
                  <a:close/>
                  <a:moveTo>
                    <a:pt x="44" y="13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4" y="1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1" name="Freeform 67"/>
            <p:cNvSpPr>
              <a:spLocks/>
            </p:cNvSpPr>
            <p:nvPr userDrawn="1"/>
          </p:nvSpPr>
          <p:spPr bwMode="auto">
            <a:xfrm>
              <a:off x="348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6 h 74"/>
                <a:gd name="T6" fmla="*/ 15 w 65"/>
                <a:gd name="T7" fmla="*/ 41 h 74"/>
                <a:gd name="T8" fmla="*/ 23 w 65"/>
                <a:gd name="T9" fmla="*/ 35 h 74"/>
                <a:gd name="T10" fmla="*/ 42 w 65"/>
                <a:gd name="T11" fmla="*/ 35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4 w 65"/>
                <a:gd name="T19" fmla="*/ 11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5" y="43"/>
                    <a:pt x="15" y="41"/>
                  </a:cubicBezTo>
                  <a:cubicBezTo>
                    <a:pt x="15" y="37"/>
                    <a:pt x="18" y="35"/>
                    <a:pt x="23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9" y="35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4"/>
                    <a:pt x="48" y="11"/>
                    <a:pt x="41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4" y="37"/>
                    <a:pt x="60" y="40"/>
                  </a:cubicBezTo>
                  <a:cubicBezTo>
                    <a:pt x="57" y="43"/>
                    <a:pt x="52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2" name="Freeform 68"/>
            <p:cNvSpPr>
              <a:spLocks/>
            </p:cNvSpPr>
            <p:nvPr userDrawn="1"/>
          </p:nvSpPr>
          <p:spPr bwMode="auto">
            <a:xfrm>
              <a:off x="3638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3" name="Rectangle 69"/>
            <p:cNvSpPr>
              <a:spLocks noChangeArrowheads="1"/>
            </p:cNvSpPr>
            <p:nvPr userDrawn="1"/>
          </p:nvSpPr>
          <p:spPr bwMode="auto">
            <a:xfrm>
              <a:off x="2023" y="1245"/>
              <a:ext cx="148" cy="751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4" name="Freeform 70"/>
            <p:cNvSpPr>
              <a:spLocks/>
            </p:cNvSpPr>
            <p:nvPr userDrawn="1"/>
          </p:nvSpPr>
          <p:spPr bwMode="auto">
            <a:xfrm>
              <a:off x="3145" y="1221"/>
              <a:ext cx="588" cy="801"/>
            </a:xfrm>
            <a:custGeom>
              <a:avLst/>
              <a:gdLst>
                <a:gd name="T0" fmla="*/ 299 w 390"/>
                <a:gd name="T1" fmla="*/ 16 h 531"/>
                <a:gd name="T2" fmla="*/ 299 w 390"/>
                <a:gd name="T3" fmla="*/ 314 h 531"/>
                <a:gd name="T4" fmla="*/ 15 w 390"/>
                <a:gd name="T5" fmla="*/ 0 h 531"/>
                <a:gd name="T6" fmla="*/ 0 w 390"/>
                <a:gd name="T7" fmla="*/ 0 h 531"/>
                <a:gd name="T8" fmla="*/ 0 w 390"/>
                <a:gd name="T9" fmla="*/ 514 h 531"/>
                <a:gd name="T10" fmla="*/ 91 w 390"/>
                <a:gd name="T11" fmla="*/ 514 h 531"/>
                <a:gd name="T12" fmla="*/ 91 w 390"/>
                <a:gd name="T13" fmla="*/ 220 h 531"/>
                <a:gd name="T14" fmla="*/ 374 w 390"/>
                <a:gd name="T15" fmla="*/ 531 h 531"/>
                <a:gd name="T16" fmla="*/ 390 w 390"/>
                <a:gd name="T17" fmla="*/ 531 h 531"/>
                <a:gd name="T18" fmla="*/ 390 w 390"/>
                <a:gd name="T19" fmla="*/ 16 h 531"/>
                <a:gd name="T20" fmla="*/ 299 w 390"/>
                <a:gd name="T21" fmla="*/ 1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5" name="Freeform 71"/>
            <p:cNvSpPr>
              <a:spLocks/>
            </p:cNvSpPr>
            <p:nvPr userDrawn="1"/>
          </p:nvSpPr>
          <p:spPr bwMode="auto">
            <a:xfrm>
              <a:off x="2286" y="1221"/>
              <a:ext cx="687" cy="801"/>
            </a:xfrm>
            <a:custGeom>
              <a:avLst/>
              <a:gdLst>
                <a:gd name="T0" fmla="*/ 365 w 456"/>
                <a:gd name="T1" fmla="*/ 370 h 531"/>
                <a:gd name="T2" fmla="*/ 360 w 456"/>
                <a:gd name="T3" fmla="*/ 370 h 531"/>
                <a:gd name="T4" fmla="*/ 360 w 456"/>
                <a:gd name="T5" fmla="*/ 422 h 531"/>
                <a:gd name="T6" fmla="*/ 272 w 456"/>
                <a:gd name="T7" fmla="*/ 439 h 531"/>
                <a:gd name="T8" fmla="*/ 97 w 456"/>
                <a:gd name="T9" fmla="*/ 257 h 531"/>
                <a:gd name="T10" fmla="*/ 266 w 456"/>
                <a:gd name="T11" fmla="*/ 88 h 531"/>
                <a:gd name="T12" fmla="*/ 411 w 456"/>
                <a:gd name="T13" fmla="*/ 153 h 531"/>
                <a:gd name="T14" fmla="*/ 419 w 456"/>
                <a:gd name="T15" fmla="*/ 162 h 531"/>
                <a:gd name="T16" fmla="*/ 426 w 456"/>
                <a:gd name="T17" fmla="*/ 49 h 531"/>
                <a:gd name="T18" fmla="*/ 424 w 456"/>
                <a:gd name="T19" fmla="*/ 47 h 531"/>
                <a:gd name="T20" fmla="*/ 382 w 456"/>
                <a:gd name="T21" fmla="*/ 24 h 531"/>
                <a:gd name="T22" fmla="*/ 268 w 456"/>
                <a:gd name="T23" fmla="*/ 0 h 531"/>
                <a:gd name="T24" fmla="*/ 75 w 456"/>
                <a:gd name="T25" fmla="*/ 74 h 531"/>
                <a:gd name="T26" fmla="*/ 0 w 456"/>
                <a:gd name="T27" fmla="*/ 264 h 531"/>
                <a:gd name="T28" fmla="*/ 262 w 456"/>
                <a:gd name="T29" fmla="*/ 531 h 531"/>
                <a:gd name="T30" fmla="*/ 380 w 456"/>
                <a:gd name="T31" fmla="*/ 512 h 531"/>
                <a:gd name="T32" fmla="*/ 453 w 456"/>
                <a:gd name="T33" fmla="*/ 482 h 531"/>
                <a:gd name="T34" fmla="*/ 456 w 456"/>
                <a:gd name="T35" fmla="*/ 481 h 531"/>
                <a:gd name="T36" fmla="*/ 456 w 456"/>
                <a:gd name="T37" fmla="*/ 355 h 531"/>
                <a:gd name="T38" fmla="*/ 450 w 456"/>
                <a:gd name="T39" fmla="*/ 357 h 531"/>
                <a:gd name="T40" fmla="*/ 365 w 456"/>
                <a:gd name="T41" fmla="*/ 37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6" name="Freeform 72"/>
            <p:cNvSpPr>
              <a:spLocks/>
            </p:cNvSpPr>
            <p:nvPr userDrawn="1"/>
          </p:nvSpPr>
          <p:spPr bwMode="auto">
            <a:xfrm>
              <a:off x="2547" y="1514"/>
              <a:ext cx="469" cy="241"/>
            </a:xfrm>
            <a:custGeom>
              <a:avLst/>
              <a:gdLst>
                <a:gd name="T0" fmla="*/ 173 w 311"/>
                <a:gd name="T1" fmla="*/ 16 h 160"/>
                <a:gd name="T2" fmla="*/ 172 w 311"/>
                <a:gd name="T3" fmla="*/ 16 h 160"/>
                <a:gd name="T4" fmla="*/ 0 w 311"/>
                <a:gd name="T5" fmla="*/ 40 h 160"/>
                <a:gd name="T6" fmla="*/ 139 w 311"/>
                <a:gd name="T7" fmla="*/ 144 h 160"/>
                <a:gd name="T8" fmla="*/ 139 w 311"/>
                <a:gd name="T9" fmla="*/ 144 h 160"/>
                <a:gd name="T10" fmla="*/ 311 w 311"/>
                <a:gd name="T11" fmla="*/ 120 h 160"/>
                <a:gd name="T12" fmla="*/ 173 w 311"/>
                <a:gd name="T13" fmla="*/ 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grpSp>
        <p:nvGrpSpPr>
          <p:cNvPr id="2937" name="Groupe 2936"/>
          <p:cNvGrpSpPr/>
          <p:nvPr userDrawn="1"/>
        </p:nvGrpSpPr>
        <p:grpSpPr>
          <a:xfrm>
            <a:off x="3660861" y="570436"/>
            <a:ext cx="4516967" cy="2699223"/>
            <a:chOff x="2745640" y="570435"/>
            <a:chExt cx="3387725" cy="2699223"/>
          </a:xfrm>
        </p:grpSpPr>
        <p:grpSp>
          <p:nvGrpSpPr>
            <p:cNvPr id="2011" name="Groupe 2010"/>
            <p:cNvGrpSpPr/>
            <p:nvPr userDrawn="1"/>
          </p:nvGrpSpPr>
          <p:grpSpPr>
            <a:xfrm>
              <a:off x="2745640" y="570435"/>
              <a:ext cx="3387725" cy="111917"/>
              <a:chOff x="2746375" y="570435"/>
              <a:chExt cx="3387725" cy="111917"/>
            </a:xfrm>
          </p:grpSpPr>
          <p:sp>
            <p:nvSpPr>
              <p:cNvPr id="1801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8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12" name="Groupe 2011"/>
            <p:cNvGrpSpPr/>
            <p:nvPr userDrawn="1"/>
          </p:nvGrpSpPr>
          <p:grpSpPr>
            <a:xfrm>
              <a:off x="2745640" y="769459"/>
              <a:ext cx="3387725" cy="111917"/>
              <a:chOff x="2746375" y="570435"/>
              <a:chExt cx="3387725" cy="111917"/>
            </a:xfrm>
          </p:grpSpPr>
          <p:sp>
            <p:nvSpPr>
              <p:cNvPr id="20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83" name="Groupe 2082"/>
            <p:cNvGrpSpPr/>
            <p:nvPr userDrawn="1"/>
          </p:nvGrpSpPr>
          <p:grpSpPr>
            <a:xfrm>
              <a:off x="2745640" y="968483"/>
              <a:ext cx="3387725" cy="111917"/>
              <a:chOff x="2746375" y="570435"/>
              <a:chExt cx="3387725" cy="111917"/>
            </a:xfrm>
          </p:grpSpPr>
          <p:sp>
            <p:nvSpPr>
              <p:cNvPr id="2084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5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6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7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8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9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0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1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2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3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4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5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6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7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8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9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0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1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2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3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4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5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6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7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8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9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0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1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2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3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4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5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6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7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8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9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0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1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2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3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4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5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6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7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8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9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0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1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2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3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4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5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6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7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8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9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0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1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2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3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4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5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6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7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8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9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0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1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2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3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54" name="Groupe 2153"/>
            <p:cNvGrpSpPr/>
            <p:nvPr userDrawn="1"/>
          </p:nvGrpSpPr>
          <p:grpSpPr>
            <a:xfrm>
              <a:off x="2745640" y="1167507"/>
              <a:ext cx="3387725" cy="111917"/>
              <a:chOff x="2746375" y="570435"/>
              <a:chExt cx="3387725" cy="111917"/>
            </a:xfrm>
          </p:grpSpPr>
          <p:sp>
            <p:nvSpPr>
              <p:cNvPr id="21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25" name="Groupe 2224"/>
            <p:cNvGrpSpPr/>
            <p:nvPr userDrawn="1"/>
          </p:nvGrpSpPr>
          <p:grpSpPr>
            <a:xfrm>
              <a:off x="2745640" y="1366531"/>
              <a:ext cx="3387725" cy="111917"/>
              <a:chOff x="2746375" y="570435"/>
              <a:chExt cx="3387725" cy="111917"/>
            </a:xfrm>
          </p:grpSpPr>
          <p:sp>
            <p:nvSpPr>
              <p:cNvPr id="222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96" name="Groupe 2295"/>
            <p:cNvGrpSpPr/>
            <p:nvPr userDrawn="1"/>
          </p:nvGrpSpPr>
          <p:grpSpPr>
            <a:xfrm>
              <a:off x="2745640" y="1565555"/>
              <a:ext cx="3387725" cy="111917"/>
              <a:chOff x="2746375" y="570435"/>
              <a:chExt cx="3387725" cy="111917"/>
            </a:xfrm>
          </p:grpSpPr>
          <p:sp>
            <p:nvSpPr>
              <p:cNvPr id="229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69" name="Groupe 2368"/>
            <p:cNvGrpSpPr/>
            <p:nvPr userDrawn="1"/>
          </p:nvGrpSpPr>
          <p:grpSpPr>
            <a:xfrm>
              <a:off x="2745640" y="1764579"/>
              <a:ext cx="3387725" cy="111917"/>
              <a:chOff x="2746375" y="570435"/>
              <a:chExt cx="3387725" cy="111917"/>
            </a:xfrm>
          </p:grpSpPr>
          <p:sp>
            <p:nvSpPr>
              <p:cNvPr id="272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0" name="Groupe 2369"/>
            <p:cNvGrpSpPr/>
            <p:nvPr userDrawn="1"/>
          </p:nvGrpSpPr>
          <p:grpSpPr>
            <a:xfrm>
              <a:off x="2745640" y="1963603"/>
              <a:ext cx="3387725" cy="111917"/>
              <a:chOff x="2746375" y="570435"/>
              <a:chExt cx="3387725" cy="111917"/>
            </a:xfrm>
          </p:grpSpPr>
          <p:sp>
            <p:nvSpPr>
              <p:cNvPr id="26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1" name="Groupe 2370"/>
            <p:cNvGrpSpPr/>
            <p:nvPr userDrawn="1"/>
          </p:nvGrpSpPr>
          <p:grpSpPr>
            <a:xfrm>
              <a:off x="2745640" y="2162627"/>
              <a:ext cx="3387725" cy="111917"/>
              <a:chOff x="2746375" y="570435"/>
              <a:chExt cx="3387725" cy="111917"/>
            </a:xfrm>
          </p:grpSpPr>
          <p:sp>
            <p:nvSpPr>
              <p:cNvPr id="258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2" name="Groupe 2371"/>
            <p:cNvGrpSpPr/>
            <p:nvPr userDrawn="1"/>
          </p:nvGrpSpPr>
          <p:grpSpPr>
            <a:xfrm>
              <a:off x="2745640" y="2361651"/>
              <a:ext cx="3387725" cy="111917"/>
              <a:chOff x="2746375" y="570435"/>
              <a:chExt cx="3387725" cy="111917"/>
            </a:xfrm>
          </p:grpSpPr>
          <p:sp>
            <p:nvSpPr>
              <p:cNvPr id="251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3" name="Groupe 2372"/>
            <p:cNvGrpSpPr/>
            <p:nvPr userDrawn="1"/>
          </p:nvGrpSpPr>
          <p:grpSpPr>
            <a:xfrm>
              <a:off x="2745640" y="2560675"/>
              <a:ext cx="3387725" cy="111917"/>
              <a:chOff x="2746375" y="570435"/>
              <a:chExt cx="3387725" cy="111917"/>
            </a:xfrm>
          </p:grpSpPr>
          <p:sp>
            <p:nvSpPr>
              <p:cNvPr id="244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4" name="Groupe 2373"/>
            <p:cNvGrpSpPr/>
            <p:nvPr userDrawn="1"/>
          </p:nvGrpSpPr>
          <p:grpSpPr>
            <a:xfrm>
              <a:off x="2745640" y="2759699"/>
              <a:ext cx="3387725" cy="111917"/>
              <a:chOff x="2746375" y="570435"/>
              <a:chExt cx="3387725" cy="111917"/>
            </a:xfrm>
          </p:grpSpPr>
          <p:sp>
            <p:nvSpPr>
              <p:cNvPr id="237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795" name="Groupe 2794"/>
            <p:cNvGrpSpPr/>
            <p:nvPr userDrawn="1"/>
          </p:nvGrpSpPr>
          <p:grpSpPr>
            <a:xfrm>
              <a:off x="2745640" y="2958723"/>
              <a:ext cx="3387725" cy="111917"/>
              <a:chOff x="2746375" y="570435"/>
              <a:chExt cx="3387725" cy="111917"/>
            </a:xfrm>
          </p:grpSpPr>
          <p:sp>
            <p:nvSpPr>
              <p:cNvPr id="279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866" name="Groupe 2865"/>
            <p:cNvGrpSpPr/>
            <p:nvPr userDrawn="1"/>
          </p:nvGrpSpPr>
          <p:grpSpPr>
            <a:xfrm>
              <a:off x="2745640" y="3157741"/>
              <a:ext cx="3387725" cy="111917"/>
              <a:chOff x="2746375" y="570435"/>
              <a:chExt cx="3387725" cy="111917"/>
            </a:xfrm>
          </p:grpSpPr>
          <p:sp>
            <p:nvSpPr>
              <p:cNvPr id="286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</p:grpSp>
      <p:sp>
        <p:nvSpPr>
          <p:cNvPr id="4" name="Espace réservé du texte 3"/>
          <p:cNvSpPr>
            <a:spLocks noGrp="1"/>
          </p:cNvSpPr>
          <p:nvPr>
            <p:ph type="body" sz="quarter" idx="11" hasCustomPrompt="1"/>
          </p:nvPr>
        </p:nvSpPr>
        <p:spPr>
          <a:xfrm>
            <a:off x="4807527" y="1015813"/>
            <a:ext cx="5221316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PRESENTATION</a:t>
            </a:r>
          </a:p>
        </p:txBody>
      </p:sp>
      <p:sp>
        <p:nvSpPr>
          <p:cNvPr id="1063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4807527" y="1931396"/>
            <a:ext cx="4495800" cy="283819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None/>
              <a:tabLst/>
              <a:defRPr sz="1600" cap="none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fr-FR"/>
              <a:t>Sous-titre sur 1 ou 2 lignes</a:t>
            </a:r>
          </a:p>
          <a:p>
            <a:pPr lvl="0"/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13" y="2633480"/>
            <a:ext cx="10258179" cy="2921395"/>
          </a:xfrm>
          <a:prstGeom prst="rect">
            <a:avLst/>
          </a:prstGeom>
        </p:spPr>
      </p:pic>
      <p:sp>
        <p:nvSpPr>
          <p:cNvPr id="1062" name="ZoneTexte 1061"/>
          <p:cNvSpPr txBox="1"/>
          <p:nvPr userDrawn="1"/>
        </p:nvSpPr>
        <p:spPr>
          <a:xfrm>
            <a:off x="10181277" y="5508724"/>
            <a:ext cx="1778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900">
                <a:solidFill>
                  <a:srgbClr val="231F20"/>
                </a:solidFill>
              </a:rPr>
              <a:t>© IGN-SHOM</a:t>
            </a:r>
          </a:p>
          <a:p>
            <a:endParaRPr lang="fr-FR">
              <a:solidFill>
                <a:srgbClr val="231F20"/>
              </a:solidFill>
            </a:endParaRPr>
          </a:p>
        </p:txBody>
      </p:sp>
      <p:sp>
        <p:nvSpPr>
          <p:cNvPr id="1068" name="Espace réservé du texte 3"/>
          <p:cNvSpPr>
            <a:spLocks noGrp="1"/>
          </p:cNvSpPr>
          <p:nvPr>
            <p:ph type="body" sz="quarter" idx="14" hasCustomPrompt="1"/>
          </p:nvPr>
        </p:nvSpPr>
        <p:spPr>
          <a:xfrm>
            <a:off x="5905482" y="5597609"/>
            <a:ext cx="3750937" cy="283819"/>
          </a:xfrm>
        </p:spPr>
        <p:txBody>
          <a:bodyPr/>
          <a:lstStyle>
            <a:lvl1pPr marL="0" indent="0" algn="ctr">
              <a:buNone/>
              <a:defRPr sz="20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Auteur</a:t>
            </a:r>
          </a:p>
        </p:txBody>
      </p:sp>
      <p:sp>
        <p:nvSpPr>
          <p:cNvPr id="1069" name="Espace réservé du texte 3"/>
          <p:cNvSpPr>
            <a:spLocks noGrp="1"/>
          </p:cNvSpPr>
          <p:nvPr>
            <p:ph type="body" sz="quarter" idx="15" hasCustomPrompt="1"/>
          </p:nvPr>
        </p:nvSpPr>
        <p:spPr>
          <a:xfrm>
            <a:off x="5905482" y="5922729"/>
            <a:ext cx="3750937" cy="283819"/>
          </a:xfrm>
        </p:spPr>
        <p:txBody>
          <a:bodyPr/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87038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0" name="Groupe 3879"/>
          <p:cNvGrpSpPr/>
          <p:nvPr userDrawn="1"/>
        </p:nvGrpSpPr>
        <p:grpSpPr>
          <a:xfrm>
            <a:off x="738411" y="544564"/>
            <a:ext cx="6186617" cy="5191661"/>
            <a:chOff x="553803" y="544553"/>
            <a:chExt cx="4639963" cy="5191661"/>
          </a:xfrm>
        </p:grpSpPr>
        <p:grpSp>
          <p:nvGrpSpPr>
            <p:cNvPr id="9" name="Groupe 8"/>
            <p:cNvGrpSpPr/>
            <p:nvPr userDrawn="1"/>
          </p:nvGrpSpPr>
          <p:grpSpPr>
            <a:xfrm>
              <a:off x="553803" y="544557"/>
              <a:ext cx="3679737" cy="121564"/>
              <a:chOff x="2746375" y="570435"/>
              <a:chExt cx="3387725" cy="111917"/>
            </a:xfrm>
          </p:grpSpPr>
          <p:sp>
            <p:nvSpPr>
              <p:cNvPr id="93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" name="Groupe 9"/>
            <p:cNvGrpSpPr/>
            <p:nvPr userDrawn="1"/>
          </p:nvGrpSpPr>
          <p:grpSpPr>
            <a:xfrm>
              <a:off x="553803" y="760736"/>
              <a:ext cx="3679737" cy="121564"/>
              <a:chOff x="2746375" y="570435"/>
              <a:chExt cx="3387725" cy="111917"/>
            </a:xfrm>
          </p:grpSpPr>
          <p:sp>
            <p:nvSpPr>
              <p:cNvPr id="86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1" name="Groupe 10"/>
            <p:cNvGrpSpPr/>
            <p:nvPr userDrawn="1"/>
          </p:nvGrpSpPr>
          <p:grpSpPr>
            <a:xfrm>
              <a:off x="553803" y="976916"/>
              <a:ext cx="3679737" cy="121564"/>
              <a:chOff x="2746375" y="570435"/>
              <a:chExt cx="3387725" cy="111917"/>
            </a:xfrm>
          </p:grpSpPr>
          <p:sp>
            <p:nvSpPr>
              <p:cNvPr id="79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2" name="Groupe 11"/>
            <p:cNvGrpSpPr/>
            <p:nvPr userDrawn="1"/>
          </p:nvGrpSpPr>
          <p:grpSpPr>
            <a:xfrm>
              <a:off x="553803" y="1193095"/>
              <a:ext cx="3679737" cy="121564"/>
              <a:chOff x="2746375" y="570435"/>
              <a:chExt cx="3387725" cy="111917"/>
            </a:xfrm>
          </p:grpSpPr>
          <p:sp>
            <p:nvSpPr>
              <p:cNvPr id="72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3" name="Groupe 12"/>
            <p:cNvGrpSpPr/>
            <p:nvPr userDrawn="1"/>
          </p:nvGrpSpPr>
          <p:grpSpPr>
            <a:xfrm>
              <a:off x="553803" y="1409274"/>
              <a:ext cx="3679737" cy="121564"/>
              <a:chOff x="2746375" y="570435"/>
              <a:chExt cx="3387725" cy="111917"/>
            </a:xfrm>
          </p:grpSpPr>
          <p:sp>
            <p:nvSpPr>
              <p:cNvPr id="65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 userDrawn="1"/>
          </p:nvGrpSpPr>
          <p:grpSpPr>
            <a:xfrm>
              <a:off x="553803" y="1625453"/>
              <a:ext cx="3679737" cy="121564"/>
              <a:chOff x="2746375" y="570435"/>
              <a:chExt cx="3387725" cy="111917"/>
            </a:xfrm>
          </p:grpSpPr>
          <p:sp>
            <p:nvSpPr>
              <p:cNvPr id="58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5" name="Groupe 14"/>
            <p:cNvGrpSpPr/>
            <p:nvPr userDrawn="1"/>
          </p:nvGrpSpPr>
          <p:grpSpPr>
            <a:xfrm>
              <a:off x="553803" y="1841633"/>
              <a:ext cx="3679737" cy="121564"/>
              <a:chOff x="2746375" y="570435"/>
              <a:chExt cx="3387725" cy="111917"/>
            </a:xfrm>
          </p:grpSpPr>
          <p:sp>
            <p:nvSpPr>
              <p:cNvPr id="5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6" name="Groupe 15"/>
            <p:cNvGrpSpPr/>
            <p:nvPr userDrawn="1"/>
          </p:nvGrpSpPr>
          <p:grpSpPr>
            <a:xfrm>
              <a:off x="553803" y="2057813"/>
              <a:ext cx="3679737" cy="121564"/>
              <a:chOff x="2746375" y="570435"/>
              <a:chExt cx="3387725" cy="111917"/>
            </a:xfrm>
          </p:grpSpPr>
          <p:sp>
            <p:nvSpPr>
              <p:cNvPr id="44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7" name="Groupe 16"/>
            <p:cNvGrpSpPr/>
            <p:nvPr userDrawn="1"/>
          </p:nvGrpSpPr>
          <p:grpSpPr>
            <a:xfrm>
              <a:off x="553803" y="2273992"/>
              <a:ext cx="3679737" cy="121564"/>
              <a:chOff x="2746375" y="570435"/>
              <a:chExt cx="3387725" cy="111917"/>
            </a:xfrm>
          </p:grpSpPr>
          <p:sp>
            <p:nvSpPr>
              <p:cNvPr id="37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8" name="Groupe 17"/>
            <p:cNvGrpSpPr/>
            <p:nvPr userDrawn="1"/>
          </p:nvGrpSpPr>
          <p:grpSpPr>
            <a:xfrm>
              <a:off x="553803" y="2490170"/>
              <a:ext cx="3679737" cy="121564"/>
              <a:chOff x="2746375" y="570435"/>
              <a:chExt cx="3387725" cy="111917"/>
            </a:xfrm>
          </p:grpSpPr>
          <p:sp>
            <p:nvSpPr>
              <p:cNvPr id="30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9" name="Groupe 18"/>
            <p:cNvGrpSpPr/>
            <p:nvPr userDrawn="1"/>
          </p:nvGrpSpPr>
          <p:grpSpPr>
            <a:xfrm>
              <a:off x="553803" y="2706349"/>
              <a:ext cx="3679737" cy="121564"/>
              <a:chOff x="2746375" y="570435"/>
              <a:chExt cx="3387725" cy="111917"/>
            </a:xfrm>
          </p:grpSpPr>
          <p:sp>
            <p:nvSpPr>
              <p:cNvPr id="23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" name="Groupe 19"/>
            <p:cNvGrpSpPr/>
            <p:nvPr userDrawn="1"/>
          </p:nvGrpSpPr>
          <p:grpSpPr>
            <a:xfrm>
              <a:off x="553803" y="2922527"/>
              <a:ext cx="3679737" cy="121564"/>
              <a:chOff x="2746375" y="570435"/>
              <a:chExt cx="3387725" cy="111917"/>
            </a:xfrm>
          </p:grpSpPr>
          <p:sp>
            <p:nvSpPr>
              <p:cNvPr id="16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" name="Groupe 20"/>
            <p:cNvGrpSpPr/>
            <p:nvPr userDrawn="1"/>
          </p:nvGrpSpPr>
          <p:grpSpPr>
            <a:xfrm>
              <a:off x="553803" y="3138703"/>
              <a:ext cx="3679737" cy="121564"/>
              <a:chOff x="2746375" y="570435"/>
              <a:chExt cx="3387725" cy="111917"/>
            </a:xfrm>
          </p:grpSpPr>
          <p:sp>
            <p:nvSpPr>
              <p:cNvPr id="9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" name="Groupe 21"/>
            <p:cNvGrpSpPr/>
            <p:nvPr userDrawn="1"/>
          </p:nvGrpSpPr>
          <p:grpSpPr>
            <a:xfrm>
              <a:off x="553803" y="3354879"/>
              <a:ext cx="3679737" cy="121564"/>
              <a:chOff x="2746375" y="570435"/>
              <a:chExt cx="3387725" cy="111917"/>
            </a:xfrm>
          </p:grpSpPr>
          <p:sp>
            <p:nvSpPr>
              <p:cNvPr id="2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4" name="Groupe 1003"/>
            <p:cNvGrpSpPr/>
            <p:nvPr userDrawn="1"/>
          </p:nvGrpSpPr>
          <p:grpSpPr>
            <a:xfrm>
              <a:off x="553803" y="3563809"/>
              <a:ext cx="3679737" cy="121564"/>
              <a:chOff x="2746375" y="570435"/>
              <a:chExt cx="3387725" cy="111917"/>
            </a:xfrm>
          </p:grpSpPr>
          <p:sp>
            <p:nvSpPr>
              <p:cNvPr id="192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5" name="Groupe 1004"/>
            <p:cNvGrpSpPr/>
            <p:nvPr userDrawn="1"/>
          </p:nvGrpSpPr>
          <p:grpSpPr>
            <a:xfrm>
              <a:off x="553803" y="3779988"/>
              <a:ext cx="3679737" cy="121564"/>
              <a:chOff x="2746375" y="570435"/>
              <a:chExt cx="3387725" cy="111917"/>
            </a:xfrm>
          </p:grpSpPr>
          <p:sp>
            <p:nvSpPr>
              <p:cNvPr id="185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6" name="Groupe 1005"/>
            <p:cNvGrpSpPr/>
            <p:nvPr userDrawn="1"/>
          </p:nvGrpSpPr>
          <p:grpSpPr>
            <a:xfrm>
              <a:off x="553803" y="3996168"/>
              <a:ext cx="3679737" cy="121564"/>
              <a:chOff x="2746375" y="570435"/>
              <a:chExt cx="3387725" cy="111917"/>
            </a:xfrm>
          </p:grpSpPr>
          <p:sp>
            <p:nvSpPr>
              <p:cNvPr id="178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7" name="Groupe 1006"/>
            <p:cNvGrpSpPr/>
            <p:nvPr userDrawn="1"/>
          </p:nvGrpSpPr>
          <p:grpSpPr>
            <a:xfrm>
              <a:off x="553803" y="4212347"/>
              <a:ext cx="3679737" cy="121564"/>
              <a:chOff x="2746375" y="570435"/>
              <a:chExt cx="3387725" cy="111917"/>
            </a:xfrm>
          </p:grpSpPr>
          <p:sp>
            <p:nvSpPr>
              <p:cNvPr id="171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8" name="Groupe 1007"/>
            <p:cNvGrpSpPr/>
            <p:nvPr userDrawn="1"/>
          </p:nvGrpSpPr>
          <p:grpSpPr>
            <a:xfrm>
              <a:off x="553803" y="4428526"/>
              <a:ext cx="3679737" cy="121564"/>
              <a:chOff x="2746375" y="570435"/>
              <a:chExt cx="3387725" cy="111917"/>
            </a:xfrm>
          </p:grpSpPr>
          <p:sp>
            <p:nvSpPr>
              <p:cNvPr id="164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9" name="Groupe 1008"/>
            <p:cNvGrpSpPr/>
            <p:nvPr userDrawn="1"/>
          </p:nvGrpSpPr>
          <p:grpSpPr>
            <a:xfrm>
              <a:off x="553803" y="4644705"/>
              <a:ext cx="3679737" cy="121564"/>
              <a:chOff x="2746375" y="570435"/>
              <a:chExt cx="3387725" cy="111917"/>
            </a:xfrm>
          </p:grpSpPr>
          <p:sp>
            <p:nvSpPr>
              <p:cNvPr id="157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0" name="Groupe 1009"/>
            <p:cNvGrpSpPr/>
            <p:nvPr userDrawn="1"/>
          </p:nvGrpSpPr>
          <p:grpSpPr>
            <a:xfrm>
              <a:off x="553803" y="4860885"/>
              <a:ext cx="3679737" cy="121564"/>
              <a:chOff x="2746375" y="570435"/>
              <a:chExt cx="3387725" cy="111917"/>
            </a:xfrm>
          </p:grpSpPr>
          <p:sp>
            <p:nvSpPr>
              <p:cNvPr id="150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1" name="Groupe 1010"/>
            <p:cNvGrpSpPr/>
            <p:nvPr userDrawn="1"/>
          </p:nvGrpSpPr>
          <p:grpSpPr>
            <a:xfrm>
              <a:off x="553803" y="5077065"/>
              <a:ext cx="3679737" cy="121564"/>
              <a:chOff x="2746375" y="570435"/>
              <a:chExt cx="3387725" cy="111917"/>
            </a:xfrm>
          </p:grpSpPr>
          <p:sp>
            <p:nvSpPr>
              <p:cNvPr id="143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2" name="Groupe 1011"/>
            <p:cNvGrpSpPr/>
            <p:nvPr userDrawn="1"/>
          </p:nvGrpSpPr>
          <p:grpSpPr>
            <a:xfrm>
              <a:off x="553803" y="5293244"/>
              <a:ext cx="3679737" cy="121564"/>
              <a:chOff x="2746375" y="570435"/>
              <a:chExt cx="3387725" cy="111917"/>
            </a:xfrm>
          </p:grpSpPr>
          <p:sp>
            <p:nvSpPr>
              <p:cNvPr id="136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3" name="Groupe 1012"/>
            <p:cNvGrpSpPr/>
            <p:nvPr userDrawn="1"/>
          </p:nvGrpSpPr>
          <p:grpSpPr>
            <a:xfrm>
              <a:off x="553803" y="5509422"/>
              <a:ext cx="3679737" cy="121564"/>
              <a:chOff x="2746375" y="570435"/>
              <a:chExt cx="3387725" cy="111917"/>
            </a:xfrm>
          </p:grpSpPr>
          <p:sp>
            <p:nvSpPr>
              <p:cNvPr id="129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9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69" name="Groupe 2068"/>
            <p:cNvGrpSpPr/>
            <p:nvPr userDrawn="1"/>
          </p:nvGrpSpPr>
          <p:grpSpPr>
            <a:xfrm>
              <a:off x="553803" y="5725601"/>
              <a:ext cx="3679737" cy="10613"/>
              <a:chOff x="553803" y="5725601"/>
              <a:chExt cx="3679737" cy="10613"/>
            </a:xfrm>
          </p:grpSpPr>
          <p:sp>
            <p:nvSpPr>
              <p:cNvPr id="2034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553803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660896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767988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877010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985068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109216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1201182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130827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1416331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1525354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1632447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1739539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1848561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1956618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206371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2172733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2279826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2387883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2496905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2603998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271109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2820112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2928169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3035262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314428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3251377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3359434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3468455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3575548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3683606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3791663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3899720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4006813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411583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4223892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sp>
          <p:nvSpPr>
            <p:cNvPr id="2139" name="Oval 870"/>
            <p:cNvSpPr>
              <a:spLocks noChangeArrowheads="1"/>
            </p:cNvSpPr>
            <p:nvPr userDrawn="1"/>
          </p:nvSpPr>
          <p:spPr bwMode="auto">
            <a:xfrm flipV="1">
              <a:off x="4319658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0" name="Oval 871"/>
            <p:cNvSpPr>
              <a:spLocks noChangeArrowheads="1"/>
            </p:cNvSpPr>
            <p:nvPr userDrawn="1"/>
          </p:nvSpPr>
          <p:spPr bwMode="auto">
            <a:xfrm flipV="1">
              <a:off x="4426751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1" name="Oval 872"/>
            <p:cNvSpPr>
              <a:spLocks noChangeArrowheads="1"/>
            </p:cNvSpPr>
            <p:nvPr userDrawn="1"/>
          </p:nvSpPr>
          <p:spPr bwMode="auto">
            <a:xfrm flipV="1">
              <a:off x="4533843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2" name="Oval 873"/>
            <p:cNvSpPr>
              <a:spLocks noChangeArrowheads="1"/>
            </p:cNvSpPr>
            <p:nvPr userDrawn="1"/>
          </p:nvSpPr>
          <p:spPr bwMode="auto">
            <a:xfrm flipV="1">
              <a:off x="4642865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3" name="Oval 874"/>
            <p:cNvSpPr>
              <a:spLocks noChangeArrowheads="1"/>
            </p:cNvSpPr>
            <p:nvPr userDrawn="1"/>
          </p:nvSpPr>
          <p:spPr bwMode="auto">
            <a:xfrm flipV="1">
              <a:off x="4750923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4" name="Oval 875"/>
            <p:cNvSpPr>
              <a:spLocks noChangeArrowheads="1"/>
            </p:cNvSpPr>
            <p:nvPr userDrawn="1"/>
          </p:nvSpPr>
          <p:spPr bwMode="auto">
            <a:xfrm flipV="1">
              <a:off x="4858015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5" name="Oval 876"/>
            <p:cNvSpPr>
              <a:spLocks noChangeArrowheads="1"/>
            </p:cNvSpPr>
            <p:nvPr userDrawn="1"/>
          </p:nvSpPr>
          <p:spPr bwMode="auto">
            <a:xfrm flipV="1">
              <a:off x="4967038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6" name="Oval 877"/>
            <p:cNvSpPr>
              <a:spLocks noChangeArrowheads="1"/>
            </p:cNvSpPr>
            <p:nvPr userDrawn="1"/>
          </p:nvSpPr>
          <p:spPr bwMode="auto">
            <a:xfrm flipV="1">
              <a:off x="5074129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7" name="Oval 878"/>
            <p:cNvSpPr>
              <a:spLocks noChangeArrowheads="1"/>
            </p:cNvSpPr>
            <p:nvPr userDrawn="1"/>
          </p:nvSpPr>
          <p:spPr bwMode="auto">
            <a:xfrm flipV="1">
              <a:off x="5182187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4" name="Oval 905"/>
            <p:cNvSpPr>
              <a:spLocks noChangeArrowheads="1"/>
            </p:cNvSpPr>
            <p:nvPr userDrawn="1"/>
          </p:nvSpPr>
          <p:spPr bwMode="auto">
            <a:xfrm flipV="1">
              <a:off x="4319659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5" name="Oval 906"/>
            <p:cNvSpPr>
              <a:spLocks noChangeArrowheads="1"/>
            </p:cNvSpPr>
            <p:nvPr userDrawn="1"/>
          </p:nvSpPr>
          <p:spPr bwMode="auto">
            <a:xfrm flipV="1">
              <a:off x="4426753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6" name="Oval 907"/>
            <p:cNvSpPr>
              <a:spLocks noChangeArrowheads="1"/>
            </p:cNvSpPr>
            <p:nvPr userDrawn="1"/>
          </p:nvSpPr>
          <p:spPr bwMode="auto">
            <a:xfrm flipV="1">
              <a:off x="4533845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7" name="Oval 908"/>
            <p:cNvSpPr>
              <a:spLocks noChangeArrowheads="1"/>
            </p:cNvSpPr>
            <p:nvPr userDrawn="1"/>
          </p:nvSpPr>
          <p:spPr bwMode="auto">
            <a:xfrm flipV="1">
              <a:off x="4642867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8" name="Oval 909"/>
            <p:cNvSpPr>
              <a:spLocks noChangeArrowheads="1"/>
            </p:cNvSpPr>
            <p:nvPr userDrawn="1"/>
          </p:nvSpPr>
          <p:spPr bwMode="auto">
            <a:xfrm flipV="1">
              <a:off x="4750926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9" name="Oval 910"/>
            <p:cNvSpPr>
              <a:spLocks noChangeArrowheads="1"/>
            </p:cNvSpPr>
            <p:nvPr userDrawn="1"/>
          </p:nvSpPr>
          <p:spPr bwMode="auto">
            <a:xfrm flipV="1">
              <a:off x="4858018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0" name="Oval 911"/>
            <p:cNvSpPr>
              <a:spLocks noChangeArrowheads="1"/>
            </p:cNvSpPr>
            <p:nvPr userDrawn="1"/>
          </p:nvSpPr>
          <p:spPr bwMode="auto">
            <a:xfrm flipV="1">
              <a:off x="4967042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1" name="Oval 912"/>
            <p:cNvSpPr>
              <a:spLocks noChangeArrowheads="1"/>
            </p:cNvSpPr>
            <p:nvPr userDrawn="1"/>
          </p:nvSpPr>
          <p:spPr bwMode="auto">
            <a:xfrm flipV="1">
              <a:off x="5074131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2" name="Oval 913"/>
            <p:cNvSpPr>
              <a:spLocks noChangeArrowheads="1"/>
            </p:cNvSpPr>
            <p:nvPr userDrawn="1"/>
          </p:nvSpPr>
          <p:spPr bwMode="auto">
            <a:xfrm flipV="1">
              <a:off x="5182188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0" name="Oval 870"/>
            <p:cNvSpPr>
              <a:spLocks noChangeArrowheads="1"/>
            </p:cNvSpPr>
            <p:nvPr userDrawn="1"/>
          </p:nvSpPr>
          <p:spPr bwMode="auto">
            <a:xfrm flipV="1">
              <a:off x="4319658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1" name="Oval 871"/>
            <p:cNvSpPr>
              <a:spLocks noChangeArrowheads="1"/>
            </p:cNvSpPr>
            <p:nvPr userDrawn="1"/>
          </p:nvSpPr>
          <p:spPr bwMode="auto">
            <a:xfrm flipV="1">
              <a:off x="4426751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2" name="Oval 872"/>
            <p:cNvSpPr>
              <a:spLocks noChangeArrowheads="1"/>
            </p:cNvSpPr>
            <p:nvPr userDrawn="1"/>
          </p:nvSpPr>
          <p:spPr bwMode="auto">
            <a:xfrm flipV="1">
              <a:off x="4533843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3" name="Oval 873"/>
            <p:cNvSpPr>
              <a:spLocks noChangeArrowheads="1"/>
            </p:cNvSpPr>
            <p:nvPr userDrawn="1"/>
          </p:nvSpPr>
          <p:spPr bwMode="auto">
            <a:xfrm flipV="1">
              <a:off x="4642865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4" name="Oval 874"/>
            <p:cNvSpPr>
              <a:spLocks noChangeArrowheads="1"/>
            </p:cNvSpPr>
            <p:nvPr userDrawn="1"/>
          </p:nvSpPr>
          <p:spPr bwMode="auto">
            <a:xfrm flipV="1">
              <a:off x="4750923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5" name="Oval 875"/>
            <p:cNvSpPr>
              <a:spLocks noChangeArrowheads="1"/>
            </p:cNvSpPr>
            <p:nvPr userDrawn="1"/>
          </p:nvSpPr>
          <p:spPr bwMode="auto">
            <a:xfrm flipV="1">
              <a:off x="4858015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6" name="Oval 876"/>
            <p:cNvSpPr>
              <a:spLocks noChangeArrowheads="1"/>
            </p:cNvSpPr>
            <p:nvPr userDrawn="1"/>
          </p:nvSpPr>
          <p:spPr bwMode="auto">
            <a:xfrm flipV="1">
              <a:off x="4967038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7" name="Oval 877"/>
            <p:cNvSpPr>
              <a:spLocks noChangeArrowheads="1"/>
            </p:cNvSpPr>
            <p:nvPr userDrawn="1"/>
          </p:nvSpPr>
          <p:spPr bwMode="auto">
            <a:xfrm flipV="1">
              <a:off x="5074129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8" name="Oval 878"/>
            <p:cNvSpPr>
              <a:spLocks noChangeArrowheads="1"/>
            </p:cNvSpPr>
            <p:nvPr userDrawn="1"/>
          </p:nvSpPr>
          <p:spPr bwMode="auto">
            <a:xfrm flipV="1">
              <a:off x="5182187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5" name="Oval 905"/>
            <p:cNvSpPr>
              <a:spLocks noChangeArrowheads="1"/>
            </p:cNvSpPr>
            <p:nvPr userDrawn="1"/>
          </p:nvSpPr>
          <p:spPr bwMode="auto">
            <a:xfrm flipV="1">
              <a:off x="4319659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6" name="Oval 906"/>
            <p:cNvSpPr>
              <a:spLocks noChangeArrowheads="1"/>
            </p:cNvSpPr>
            <p:nvPr userDrawn="1"/>
          </p:nvSpPr>
          <p:spPr bwMode="auto">
            <a:xfrm flipV="1">
              <a:off x="4426753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7" name="Oval 907"/>
            <p:cNvSpPr>
              <a:spLocks noChangeArrowheads="1"/>
            </p:cNvSpPr>
            <p:nvPr userDrawn="1"/>
          </p:nvSpPr>
          <p:spPr bwMode="auto">
            <a:xfrm flipV="1">
              <a:off x="4533845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8" name="Oval 908"/>
            <p:cNvSpPr>
              <a:spLocks noChangeArrowheads="1"/>
            </p:cNvSpPr>
            <p:nvPr userDrawn="1"/>
          </p:nvSpPr>
          <p:spPr bwMode="auto">
            <a:xfrm flipV="1">
              <a:off x="4642867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9" name="Oval 909"/>
            <p:cNvSpPr>
              <a:spLocks noChangeArrowheads="1"/>
            </p:cNvSpPr>
            <p:nvPr userDrawn="1"/>
          </p:nvSpPr>
          <p:spPr bwMode="auto">
            <a:xfrm flipV="1">
              <a:off x="4750926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0" name="Oval 910"/>
            <p:cNvSpPr>
              <a:spLocks noChangeArrowheads="1"/>
            </p:cNvSpPr>
            <p:nvPr userDrawn="1"/>
          </p:nvSpPr>
          <p:spPr bwMode="auto">
            <a:xfrm flipV="1">
              <a:off x="4858018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1" name="Oval 911"/>
            <p:cNvSpPr>
              <a:spLocks noChangeArrowheads="1"/>
            </p:cNvSpPr>
            <p:nvPr userDrawn="1"/>
          </p:nvSpPr>
          <p:spPr bwMode="auto">
            <a:xfrm flipV="1">
              <a:off x="4967042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2" name="Oval 912"/>
            <p:cNvSpPr>
              <a:spLocks noChangeArrowheads="1"/>
            </p:cNvSpPr>
            <p:nvPr userDrawn="1"/>
          </p:nvSpPr>
          <p:spPr bwMode="auto">
            <a:xfrm flipV="1">
              <a:off x="5074131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3" name="Oval 913"/>
            <p:cNvSpPr>
              <a:spLocks noChangeArrowheads="1"/>
            </p:cNvSpPr>
            <p:nvPr userDrawn="1"/>
          </p:nvSpPr>
          <p:spPr bwMode="auto">
            <a:xfrm flipV="1">
              <a:off x="5182188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1" name="Oval 870"/>
            <p:cNvSpPr>
              <a:spLocks noChangeArrowheads="1"/>
            </p:cNvSpPr>
            <p:nvPr userDrawn="1"/>
          </p:nvSpPr>
          <p:spPr bwMode="auto">
            <a:xfrm flipV="1">
              <a:off x="4319658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2" name="Oval 871"/>
            <p:cNvSpPr>
              <a:spLocks noChangeArrowheads="1"/>
            </p:cNvSpPr>
            <p:nvPr userDrawn="1"/>
          </p:nvSpPr>
          <p:spPr bwMode="auto">
            <a:xfrm flipV="1">
              <a:off x="4426751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3" name="Oval 872"/>
            <p:cNvSpPr>
              <a:spLocks noChangeArrowheads="1"/>
            </p:cNvSpPr>
            <p:nvPr userDrawn="1"/>
          </p:nvSpPr>
          <p:spPr bwMode="auto">
            <a:xfrm flipV="1">
              <a:off x="4533843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4" name="Oval 873"/>
            <p:cNvSpPr>
              <a:spLocks noChangeArrowheads="1"/>
            </p:cNvSpPr>
            <p:nvPr userDrawn="1"/>
          </p:nvSpPr>
          <p:spPr bwMode="auto">
            <a:xfrm flipV="1">
              <a:off x="4642865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5" name="Oval 874"/>
            <p:cNvSpPr>
              <a:spLocks noChangeArrowheads="1"/>
            </p:cNvSpPr>
            <p:nvPr userDrawn="1"/>
          </p:nvSpPr>
          <p:spPr bwMode="auto">
            <a:xfrm flipV="1">
              <a:off x="4750923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6" name="Oval 875"/>
            <p:cNvSpPr>
              <a:spLocks noChangeArrowheads="1"/>
            </p:cNvSpPr>
            <p:nvPr userDrawn="1"/>
          </p:nvSpPr>
          <p:spPr bwMode="auto">
            <a:xfrm flipV="1">
              <a:off x="4858015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7" name="Oval 876"/>
            <p:cNvSpPr>
              <a:spLocks noChangeArrowheads="1"/>
            </p:cNvSpPr>
            <p:nvPr userDrawn="1"/>
          </p:nvSpPr>
          <p:spPr bwMode="auto">
            <a:xfrm flipV="1">
              <a:off x="4967038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8" name="Oval 877"/>
            <p:cNvSpPr>
              <a:spLocks noChangeArrowheads="1"/>
            </p:cNvSpPr>
            <p:nvPr userDrawn="1"/>
          </p:nvSpPr>
          <p:spPr bwMode="auto">
            <a:xfrm flipV="1">
              <a:off x="5074129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9" name="Oval 878"/>
            <p:cNvSpPr>
              <a:spLocks noChangeArrowheads="1"/>
            </p:cNvSpPr>
            <p:nvPr userDrawn="1"/>
          </p:nvSpPr>
          <p:spPr bwMode="auto">
            <a:xfrm flipV="1">
              <a:off x="5182187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6" name="Oval 905"/>
            <p:cNvSpPr>
              <a:spLocks noChangeArrowheads="1"/>
            </p:cNvSpPr>
            <p:nvPr userDrawn="1"/>
          </p:nvSpPr>
          <p:spPr bwMode="auto">
            <a:xfrm flipV="1">
              <a:off x="4319659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7" name="Oval 906"/>
            <p:cNvSpPr>
              <a:spLocks noChangeArrowheads="1"/>
            </p:cNvSpPr>
            <p:nvPr userDrawn="1"/>
          </p:nvSpPr>
          <p:spPr bwMode="auto">
            <a:xfrm flipV="1">
              <a:off x="4426753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8" name="Oval 907"/>
            <p:cNvSpPr>
              <a:spLocks noChangeArrowheads="1"/>
            </p:cNvSpPr>
            <p:nvPr userDrawn="1"/>
          </p:nvSpPr>
          <p:spPr bwMode="auto">
            <a:xfrm flipV="1">
              <a:off x="4533845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9" name="Oval 908"/>
            <p:cNvSpPr>
              <a:spLocks noChangeArrowheads="1"/>
            </p:cNvSpPr>
            <p:nvPr userDrawn="1"/>
          </p:nvSpPr>
          <p:spPr bwMode="auto">
            <a:xfrm flipV="1">
              <a:off x="4642867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0" name="Oval 909"/>
            <p:cNvSpPr>
              <a:spLocks noChangeArrowheads="1"/>
            </p:cNvSpPr>
            <p:nvPr userDrawn="1"/>
          </p:nvSpPr>
          <p:spPr bwMode="auto">
            <a:xfrm flipV="1">
              <a:off x="4750926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1" name="Oval 910"/>
            <p:cNvSpPr>
              <a:spLocks noChangeArrowheads="1"/>
            </p:cNvSpPr>
            <p:nvPr userDrawn="1"/>
          </p:nvSpPr>
          <p:spPr bwMode="auto">
            <a:xfrm flipV="1">
              <a:off x="4858018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2" name="Oval 911"/>
            <p:cNvSpPr>
              <a:spLocks noChangeArrowheads="1"/>
            </p:cNvSpPr>
            <p:nvPr userDrawn="1"/>
          </p:nvSpPr>
          <p:spPr bwMode="auto">
            <a:xfrm flipV="1">
              <a:off x="4967042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3" name="Oval 912"/>
            <p:cNvSpPr>
              <a:spLocks noChangeArrowheads="1"/>
            </p:cNvSpPr>
            <p:nvPr userDrawn="1"/>
          </p:nvSpPr>
          <p:spPr bwMode="auto">
            <a:xfrm flipV="1">
              <a:off x="5074131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4" name="Oval 913"/>
            <p:cNvSpPr>
              <a:spLocks noChangeArrowheads="1"/>
            </p:cNvSpPr>
            <p:nvPr userDrawn="1"/>
          </p:nvSpPr>
          <p:spPr bwMode="auto">
            <a:xfrm flipV="1">
              <a:off x="5182188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2" name="Oval 870"/>
            <p:cNvSpPr>
              <a:spLocks noChangeArrowheads="1"/>
            </p:cNvSpPr>
            <p:nvPr userDrawn="1"/>
          </p:nvSpPr>
          <p:spPr bwMode="auto">
            <a:xfrm flipV="1">
              <a:off x="4319658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3" name="Oval 871"/>
            <p:cNvSpPr>
              <a:spLocks noChangeArrowheads="1"/>
            </p:cNvSpPr>
            <p:nvPr userDrawn="1"/>
          </p:nvSpPr>
          <p:spPr bwMode="auto">
            <a:xfrm flipV="1">
              <a:off x="4426751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4" name="Oval 872"/>
            <p:cNvSpPr>
              <a:spLocks noChangeArrowheads="1"/>
            </p:cNvSpPr>
            <p:nvPr userDrawn="1"/>
          </p:nvSpPr>
          <p:spPr bwMode="auto">
            <a:xfrm flipV="1">
              <a:off x="4533843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5" name="Oval 873"/>
            <p:cNvSpPr>
              <a:spLocks noChangeArrowheads="1"/>
            </p:cNvSpPr>
            <p:nvPr userDrawn="1"/>
          </p:nvSpPr>
          <p:spPr bwMode="auto">
            <a:xfrm flipV="1">
              <a:off x="4642865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6" name="Oval 874"/>
            <p:cNvSpPr>
              <a:spLocks noChangeArrowheads="1"/>
            </p:cNvSpPr>
            <p:nvPr userDrawn="1"/>
          </p:nvSpPr>
          <p:spPr bwMode="auto">
            <a:xfrm flipV="1">
              <a:off x="4750923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7" name="Oval 875"/>
            <p:cNvSpPr>
              <a:spLocks noChangeArrowheads="1"/>
            </p:cNvSpPr>
            <p:nvPr userDrawn="1"/>
          </p:nvSpPr>
          <p:spPr bwMode="auto">
            <a:xfrm flipV="1">
              <a:off x="4858015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8" name="Oval 876"/>
            <p:cNvSpPr>
              <a:spLocks noChangeArrowheads="1"/>
            </p:cNvSpPr>
            <p:nvPr userDrawn="1"/>
          </p:nvSpPr>
          <p:spPr bwMode="auto">
            <a:xfrm flipV="1">
              <a:off x="4967038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9" name="Oval 877"/>
            <p:cNvSpPr>
              <a:spLocks noChangeArrowheads="1"/>
            </p:cNvSpPr>
            <p:nvPr userDrawn="1"/>
          </p:nvSpPr>
          <p:spPr bwMode="auto">
            <a:xfrm flipV="1">
              <a:off x="5074129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60" name="Oval 878"/>
            <p:cNvSpPr>
              <a:spLocks noChangeArrowheads="1"/>
            </p:cNvSpPr>
            <p:nvPr userDrawn="1"/>
          </p:nvSpPr>
          <p:spPr bwMode="auto">
            <a:xfrm flipV="1">
              <a:off x="5182187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7" name="Oval 905"/>
            <p:cNvSpPr>
              <a:spLocks noChangeArrowheads="1"/>
            </p:cNvSpPr>
            <p:nvPr userDrawn="1"/>
          </p:nvSpPr>
          <p:spPr bwMode="auto">
            <a:xfrm flipV="1">
              <a:off x="4319659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8" name="Oval 906"/>
            <p:cNvSpPr>
              <a:spLocks noChangeArrowheads="1"/>
            </p:cNvSpPr>
            <p:nvPr userDrawn="1"/>
          </p:nvSpPr>
          <p:spPr bwMode="auto">
            <a:xfrm flipV="1">
              <a:off x="4426753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9" name="Oval 907"/>
            <p:cNvSpPr>
              <a:spLocks noChangeArrowheads="1"/>
            </p:cNvSpPr>
            <p:nvPr userDrawn="1"/>
          </p:nvSpPr>
          <p:spPr bwMode="auto">
            <a:xfrm flipV="1">
              <a:off x="4533845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0" name="Oval 908"/>
            <p:cNvSpPr>
              <a:spLocks noChangeArrowheads="1"/>
            </p:cNvSpPr>
            <p:nvPr userDrawn="1"/>
          </p:nvSpPr>
          <p:spPr bwMode="auto">
            <a:xfrm flipV="1">
              <a:off x="4642867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1" name="Oval 909"/>
            <p:cNvSpPr>
              <a:spLocks noChangeArrowheads="1"/>
            </p:cNvSpPr>
            <p:nvPr userDrawn="1"/>
          </p:nvSpPr>
          <p:spPr bwMode="auto">
            <a:xfrm flipV="1">
              <a:off x="4750926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2" name="Oval 910"/>
            <p:cNvSpPr>
              <a:spLocks noChangeArrowheads="1"/>
            </p:cNvSpPr>
            <p:nvPr userDrawn="1"/>
          </p:nvSpPr>
          <p:spPr bwMode="auto">
            <a:xfrm flipV="1">
              <a:off x="4858018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3" name="Oval 911"/>
            <p:cNvSpPr>
              <a:spLocks noChangeArrowheads="1"/>
            </p:cNvSpPr>
            <p:nvPr userDrawn="1"/>
          </p:nvSpPr>
          <p:spPr bwMode="auto">
            <a:xfrm flipV="1">
              <a:off x="4967042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4" name="Oval 912"/>
            <p:cNvSpPr>
              <a:spLocks noChangeArrowheads="1"/>
            </p:cNvSpPr>
            <p:nvPr userDrawn="1"/>
          </p:nvSpPr>
          <p:spPr bwMode="auto">
            <a:xfrm flipV="1">
              <a:off x="5074131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5" name="Oval 913"/>
            <p:cNvSpPr>
              <a:spLocks noChangeArrowheads="1"/>
            </p:cNvSpPr>
            <p:nvPr userDrawn="1"/>
          </p:nvSpPr>
          <p:spPr bwMode="auto">
            <a:xfrm flipV="1">
              <a:off x="5182188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3" name="Oval 870"/>
            <p:cNvSpPr>
              <a:spLocks noChangeArrowheads="1"/>
            </p:cNvSpPr>
            <p:nvPr userDrawn="1"/>
          </p:nvSpPr>
          <p:spPr bwMode="auto">
            <a:xfrm flipV="1">
              <a:off x="4319658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4" name="Oval 871"/>
            <p:cNvSpPr>
              <a:spLocks noChangeArrowheads="1"/>
            </p:cNvSpPr>
            <p:nvPr userDrawn="1"/>
          </p:nvSpPr>
          <p:spPr bwMode="auto">
            <a:xfrm flipV="1">
              <a:off x="4426751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5" name="Oval 872"/>
            <p:cNvSpPr>
              <a:spLocks noChangeArrowheads="1"/>
            </p:cNvSpPr>
            <p:nvPr userDrawn="1"/>
          </p:nvSpPr>
          <p:spPr bwMode="auto">
            <a:xfrm flipV="1">
              <a:off x="4533843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6" name="Oval 873"/>
            <p:cNvSpPr>
              <a:spLocks noChangeArrowheads="1"/>
            </p:cNvSpPr>
            <p:nvPr userDrawn="1"/>
          </p:nvSpPr>
          <p:spPr bwMode="auto">
            <a:xfrm flipV="1">
              <a:off x="4642865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7" name="Oval 874"/>
            <p:cNvSpPr>
              <a:spLocks noChangeArrowheads="1"/>
            </p:cNvSpPr>
            <p:nvPr userDrawn="1"/>
          </p:nvSpPr>
          <p:spPr bwMode="auto">
            <a:xfrm flipV="1">
              <a:off x="4750923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8" name="Oval 875"/>
            <p:cNvSpPr>
              <a:spLocks noChangeArrowheads="1"/>
            </p:cNvSpPr>
            <p:nvPr userDrawn="1"/>
          </p:nvSpPr>
          <p:spPr bwMode="auto">
            <a:xfrm flipV="1">
              <a:off x="4858015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9" name="Oval 876"/>
            <p:cNvSpPr>
              <a:spLocks noChangeArrowheads="1"/>
            </p:cNvSpPr>
            <p:nvPr userDrawn="1"/>
          </p:nvSpPr>
          <p:spPr bwMode="auto">
            <a:xfrm flipV="1">
              <a:off x="4967038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30" name="Oval 877"/>
            <p:cNvSpPr>
              <a:spLocks noChangeArrowheads="1"/>
            </p:cNvSpPr>
            <p:nvPr userDrawn="1"/>
          </p:nvSpPr>
          <p:spPr bwMode="auto">
            <a:xfrm flipV="1">
              <a:off x="5074129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31" name="Oval 878"/>
            <p:cNvSpPr>
              <a:spLocks noChangeArrowheads="1"/>
            </p:cNvSpPr>
            <p:nvPr userDrawn="1"/>
          </p:nvSpPr>
          <p:spPr bwMode="auto">
            <a:xfrm flipV="1">
              <a:off x="5182187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58" name="Oval 905"/>
            <p:cNvSpPr>
              <a:spLocks noChangeArrowheads="1"/>
            </p:cNvSpPr>
            <p:nvPr userDrawn="1"/>
          </p:nvSpPr>
          <p:spPr bwMode="auto">
            <a:xfrm flipV="1">
              <a:off x="4319659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59" name="Oval 906"/>
            <p:cNvSpPr>
              <a:spLocks noChangeArrowheads="1"/>
            </p:cNvSpPr>
            <p:nvPr userDrawn="1"/>
          </p:nvSpPr>
          <p:spPr bwMode="auto">
            <a:xfrm flipV="1">
              <a:off x="4426753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0" name="Oval 907"/>
            <p:cNvSpPr>
              <a:spLocks noChangeArrowheads="1"/>
            </p:cNvSpPr>
            <p:nvPr userDrawn="1"/>
          </p:nvSpPr>
          <p:spPr bwMode="auto">
            <a:xfrm flipV="1">
              <a:off x="4533845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1" name="Oval 908"/>
            <p:cNvSpPr>
              <a:spLocks noChangeArrowheads="1"/>
            </p:cNvSpPr>
            <p:nvPr userDrawn="1"/>
          </p:nvSpPr>
          <p:spPr bwMode="auto">
            <a:xfrm flipV="1">
              <a:off x="4642867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2" name="Oval 909"/>
            <p:cNvSpPr>
              <a:spLocks noChangeArrowheads="1"/>
            </p:cNvSpPr>
            <p:nvPr userDrawn="1"/>
          </p:nvSpPr>
          <p:spPr bwMode="auto">
            <a:xfrm flipV="1">
              <a:off x="4750926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3" name="Oval 910"/>
            <p:cNvSpPr>
              <a:spLocks noChangeArrowheads="1"/>
            </p:cNvSpPr>
            <p:nvPr userDrawn="1"/>
          </p:nvSpPr>
          <p:spPr bwMode="auto">
            <a:xfrm flipV="1">
              <a:off x="4858018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4" name="Oval 911"/>
            <p:cNvSpPr>
              <a:spLocks noChangeArrowheads="1"/>
            </p:cNvSpPr>
            <p:nvPr userDrawn="1"/>
          </p:nvSpPr>
          <p:spPr bwMode="auto">
            <a:xfrm flipV="1">
              <a:off x="4967042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5" name="Oval 912"/>
            <p:cNvSpPr>
              <a:spLocks noChangeArrowheads="1"/>
            </p:cNvSpPr>
            <p:nvPr userDrawn="1"/>
          </p:nvSpPr>
          <p:spPr bwMode="auto">
            <a:xfrm flipV="1">
              <a:off x="5074131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6" name="Oval 913"/>
            <p:cNvSpPr>
              <a:spLocks noChangeArrowheads="1"/>
            </p:cNvSpPr>
            <p:nvPr userDrawn="1"/>
          </p:nvSpPr>
          <p:spPr bwMode="auto">
            <a:xfrm flipV="1">
              <a:off x="5182188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4" name="Oval 870"/>
            <p:cNvSpPr>
              <a:spLocks noChangeArrowheads="1"/>
            </p:cNvSpPr>
            <p:nvPr userDrawn="1"/>
          </p:nvSpPr>
          <p:spPr bwMode="auto">
            <a:xfrm flipV="1">
              <a:off x="4319658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5" name="Oval 871"/>
            <p:cNvSpPr>
              <a:spLocks noChangeArrowheads="1"/>
            </p:cNvSpPr>
            <p:nvPr userDrawn="1"/>
          </p:nvSpPr>
          <p:spPr bwMode="auto">
            <a:xfrm flipV="1">
              <a:off x="4426751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6" name="Oval 872"/>
            <p:cNvSpPr>
              <a:spLocks noChangeArrowheads="1"/>
            </p:cNvSpPr>
            <p:nvPr userDrawn="1"/>
          </p:nvSpPr>
          <p:spPr bwMode="auto">
            <a:xfrm flipV="1">
              <a:off x="4533843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7" name="Oval 873"/>
            <p:cNvSpPr>
              <a:spLocks noChangeArrowheads="1"/>
            </p:cNvSpPr>
            <p:nvPr userDrawn="1"/>
          </p:nvSpPr>
          <p:spPr bwMode="auto">
            <a:xfrm flipV="1">
              <a:off x="4642865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8" name="Oval 874"/>
            <p:cNvSpPr>
              <a:spLocks noChangeArrowheads="1"/>
            </p:cNvSpPr>
            <p:nvPr userDrawn="1"/>
          </p:nvSpPr>
          <p:spPr bwMode="auto">
            <a:xfrm flipV="1">
              <a:off x="4750923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9" name="Oval 875"/>
            <p:cNvSpPr>
              <a:spLocks noChangeArrowheads="1"/>
            </p:cNvSpPr>
            <p:nvPr userDrawn="1"/>
          </p:nvSpPr>
          <p:spPr bwMode="auto">
            <a:xfrm flipV="1">
              <a:off x="4858015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0" name="Oval 876"/>
            <p:cNvSpPr>
              <a:spLocks noChangeArrowheads="1"/>
            </p:cNvSpPr>
            <p:nvPr userDrawn="1"/>
          </p:nvSpPr>
          <p:spPr bwMode="auto">
            <a:xfrm flipV="1">
              <a:off x="4967038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1" name="Oval 877"/>
            <p:cNvSpPr>
              <a:spLocks noChangeArrowheads="1"/>
            </p:cNvSpPr>
            <p:nvPr userDrawn="1"/>
          </p:nvSpPr>
          <p:spPr bwMode="auto">
            <a:xfrm flipV="1">
              <a:off x="5074129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2" name="Oval 878"/>
            <p:cNvSpPr>
              <a:spLocks noChangeArrowheads="1"/>
            </p:cNvSpPr>
            <p:nvPr userDrawn="1"/>
          </p:nvSpPr>
          <p:spPr bwMode="auto">
            <a:xfrm flipV="1">
              <a:off x="5182187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29" name="Oval 905"/>
            <p:cNvSpPr>
              <a:spLocks noChangeArrowheads="1"/>
            </p:cNvSpPr>
            <p:nvPr userDrawn="1"/>
          </p:nvSpPr>
          <p:spPr bwMode="auto">
            <a:xfrm flipV="1">
              <a:off x="4319659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0" name="Oval 906"/>
            <p:cNvSpPr>
              <a:spLocks noChangeArrowheads="1"/>
            </p:cNvSpPr>
            <p:nvPr userDrawn="1"/>
          </p:nvSpPr>
          <p:spPr bwMode="auto">
            <a:xfrm flipV="1">
              <a:off x="4426753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1" name="Oval 907"/>
            <p:cNvSpPr>
              <a:spLocks noChangeArrowheads="1"/>
            </p:cNvSpPr>
            <p:nvPr userDrawn="1"/>
          </p:nvSpPr>
          <p:spPr bwMode="auto">
            <a:xfrm flipV="1">
              <a:off x="4533845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2" name="Oval 908"/>
            <p:cNvSpPr>
              <a:spLocks noChangeArrowheads="1"/>
            </p:cNvSpPr>
            <p:nvPr userDrawn="1"/>
          </p:nvSpPr>
          <p:spPr bwMode="auto">
            <a:xfrm flipV="1">
              <a:off x="4642867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3" name="Oval 909"/>
            <p:cNvSpPr>
              <a:spLocks noChangeArrowheads="1"/>
            </p:cNvSpPr>
            <p:nvPr userDrawn="1"/>
          </p:nvSpPr>
          <p:spPr bwMode="auto">
            <a:xfrm flipV="1">
              <a:off x="4750926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4" name="Oval 910"/>
            <p:cNvSpPr>
              <a:spLocks noChangeArrowheads="1"/>
            </p:cNvSpPr>
            <p:nvPr userDrawn="1"/>
          </p:nvSpPr>
          <p:spPr bwMode="auto">
            <a:xfrm flipV="1">
              <a:off x="4858018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5" name="Oval 911"/>
            <p:cNvSpPr>
              <a:spLocks noChangeArrowheads="1"/>
            </p:cNvSpPr>
            <p:nvPr userDrawn="1"/>
          </p:nvSpPr>
          <p:spPr bwMode="auto">
            <a:xfrm flipV="1">
              <a:off x="4967042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6" name="Oval 912"/>
            <p:cNvSpPr>
              <a:spLocks noChangeArrowheads="1"/>
            </p:cNvSpPr>
            <p:nvPr userDrawn="1"/>
          </p:nvSpPr>
          <p:spPr bwMode="auto">
            <a:xfrm flipV="1">
              <a:off x="5074131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7" name="Oval 913"/>
            <p:cNvSpPr>
              <a:spLocks noChangeArrowheads="1"/>
            </p:cNvSpPr>
            <p:nvPr userDrawn="1"/>
          </p:nvSpPr>
          <p:spPr bwMode="auto">
            <a:xfrm flipV="1">
              <a:off x="5182188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5" name="Oval 870"/>
            <p:cNvSpPr>
              <a:spLocks noChangeArrowheads="1"/>
            </p:cNvSpPr>
            <p:nvPr userDrawn="1"/>
          </p:nvSpPr>
          <p:spPr bwMode="auto">
            <a:xfrm flipV="1">
              <a:off x="4319658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6" name="Oval 871"/>
            <p:cNvSpPr>
              <a:spLocks noChangeArrowheads="1"/>
            </p:cNvSpPr>
            <p:nvPr userDrawn="1"/>
          </p:nvSpPr>
          <p:spPr bwMode="auto">
            <a:xfrm flipV="1">
              <a:off x="4426751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7" name="Oval 872"/>
            <p:cNvSpPr>
              <a:spLocks noChangeArrowheads="1"/>
            </p:cNvSpPr>
            <p:nvPr userDrawn="1"/>
          </p:nvSpPr>
          <p:spPr bwMode="auto">
            <a:xfrm flipV="1">
              <a:off x="4533843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8" name="Oval 873"/>
            <p:cNvSpPr>
              <a:spLocks noChangeArrowheads="1"/>
            </p:cNvSpPr>
            <p:nvPr userDrawn="1"/>
          </p:nvSpPr>
          <p:spPr bwMode="auto">
            <a:xfrm flipV="1">
              <a:off x="4642865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9" name="Oval 874"/>
            <p:cNvSpPr>
              <a:spLocks noChangeArrowheads="1"/>
            </p:cNvSpPr>
            <p:nvPr userDrawn="1"/>
          </p:nvSpPr>
          <p:spPr bwMode="auto">
            <a:xfrm flipV="1">
              <a:off x="4750923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0" name="Oval 875"/>
            <p:cNvSpPr>
              <a:spLocks noChangeArrowheads="1"/>
            </p:cNvSpPr>
            <p:nvPr userDrawn="1"/>
          </p:nvSpPr>
          <p:spPr bwMode="auto">
            <a:xfrm flipV="1">
              <a:off x="4858015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1" name="Oval 876"/>
            <p:cNvSpPr>
              <a:spLocks noChangeArrowheads="1"/>
            </p:cNvSpPr>
            <p:nvPr userDrawn="1"/>
          </p:nvSpPr>
          <p:spPr bwMode="auto">
            <a:xfrm flipV="1">
              <a:off x="4967038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2" name="Oval 877"/>
            <p:cNvSpPr>
              <a:spLocks noChangeArrowheads="1"/>
            </p:cNvSpPr>
            <p:nvPr userDrawn="1"/>
          </p:nvSpPr>
          <p:spPr bwMode="auto">
            <a:xfrm flipV="1">
              <a:off x="5074129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3" name="Oval 878"/>
            <p:cNvSpPr>
              <a:spLocks noChangeArrowheads="1"/>
            </p:cNvSpPr>
            <p:nvPr userDrawn="1"/>
          </p:nvSpPr>
          <p:spPr bwMode="auto">
            <a:xfrm flipV="1">
              <a:off x="5182187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0" name="Oval 905"/>
            <p:cNvSpPr>
              <a:spLocks noChangeArrowheads="1"/>
            </p:cNvSpPr>
            <p:nvPr userDrawn="1"/>
          </p:nvSpPr>
          <p:spPr bwMode="auto">
            <a:xfrm flipV="1">
              <a:off x="4319659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1" name="Oval 906"/>
            <p:cNvSpPr>
              <a:spLocks noChangeArrowheads="1"/>
            </p:cNvSpPr>
            <p:nvPr userDrawn="1"/>
          </p:nvSpPr>
          <p:spPr bwMode="auto">
            <a:xfrm flipV="1">
              <a:off x="4426753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2" name="Oval 907"/>
            <p:cNvSpPr>
              <a:spLocks noChangeArrowheads="1"/>
            </p:cNvSpPr>
            <p:nvPr userDrawn="1"/>
          </p:nvSpPr>
          <p:spPr bwMode="auto">
            <a:xfrm flipV="1">
              <a:off x="4533845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3" name="Oval 908"/>
            <p:cNvSpPr>
              <a:spLocks noChangeArrowheads="1"/>
            </p:cNvSpPr>
            <p:nvPr userDrawn="1"/>
          </p:nvSpPr>
          <p:spPr bwMode="auto">
            <a:xfrm flipV="1">
              <a:off x="4642867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4" name="Oval 909"/>
            <p:cNvSpPr>
              <a:spLocks noChangeArrowheads="1"/>
            </p:cNvSpPr>
            <p:nvPr userDrawn="1"/>
          </p:nvSpPr>
          <p:spPr bwMode="auto">
            <a:xfrm flipV="1">
              <a:off x="4750926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5" name="Oval 910"/>
            <p:cNvSpPr>
              <a:spLocks noChangeArrowheads="1"/>
            </p:cNvSpPr>
            <p:nvPr userDrawn="1"/>
          </p:nvSpPr>
          <p:spPr bwMode="auto">
            <a:xfrm flipV="1">
              <a:off x="4858018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6" name="Oval 911"/>
            <p:cNvSpPr>
              <a:spLocks noChangeArrowheads="1"/>
            </p:cNvSpPr>
            <p:nvPr userDrawn="1"/>
          </p:nvSpPr>
          <p:spPr bwMode="auto">
            <a:xfrm flipV="1">
              <a:off x="4967042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7" name="Oval 912"/>
            <p:cNvSpPr>
              <a:spLocks noChangeArrowheads="1"/>
            </p:cNvSpPr>
            <p:nvPr userDrawn="1"/>
          </p:nvSpPr>
          <p:spPr bwMode="auto">
            <a:xfrm flipV="1">
              <a:off x="5074131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8" name="Oval 913"/>
            <p:cNvSpPr>
              <a:spLocks noChangeArrowheads="1"/>
            </p:cNvSpPr>
            <p:nvPr userDrawn="1"/>
          </p:nvSpPr>
          <p:spPr bwMode="auto">
            <a:xfrm flipV="1">
              <a:off x="5182188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6" name="Oval 870"/>
            <p:cNvSpPr>
              <a:spLocks noChangeArrowheads="1"/>
            </p:cNvSpPr>
            <p:nvPr userDrawn="1"/>
          </p:nvSpPr>
          <p:spPr bwMode="auto">
            <a:xfrm flipV="1">
              <a:off x="4319658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7" name="Oval 871"/>
            <p:cNvSpPr>
              <a:spLocks noChangeArrowheads="1"/>
            </p:cNvSpPr>
            <p:nvPr userDrawn="1"/>
          </p:nvSpPr>
          <p:spPr bwMode="auto">
            <a:xfrm flipV="1">
              <a:off x="4426751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8" name="Oval 872"/>
            <p:cNvSpPr>
              <a:spLocks noChangeArrowheads="1"/>
            </p:cNvSpPr>
            <p:nvPr userDrawn="1"/>
          </p:nvSpPr>
          <p:spPr bwMode="auto">
            <a:xfrm flipV="1">
              <a:off x="4533843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9" name="Oval 873"/>
            <p:cNvSpPr>
              <a:spLocks noChangeArrowheads="1"/>
            </p:cNvSpPr>
            <p:nvPr userDrawn="1"/>
          </p:nvSpPr>
          <p:spPr bwMode="auto">
            <a:xfrm flipV="1">
              <a:off x="4642865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0" name="Oval 874"/>
            <p:cNvSpPr>
              <a:spLocks noChangeArrowheads="1"/>
            </p:cNvSpPr>
            <p:nvPr userDrawn="1"/>
          </p:nvSpPr>
          <p:spPr bwMode="auto">
            <a:xfrm flipV="1">
              <a:off x="4750923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1" name="Oval 875"/>
            <p:cNvSpPr>
              <a:spLocks noChangeArrowheads="1"/>
            </p:cNvSpPr>
            <p:nvPr userDrawn="1"/>
          </p:nvSpPr>
          <p:spPr bwMode="auto">
            <a:xfrm flipV="1">
              <a:off x="4858015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2" name="Oval 876"/>
            <p:cNvSpPr>
              <a:spLocks noChangeArrowheads="1"/>
            </p:cNvSpPr>
            <p:nvPr userDrawn="1"/>
          </p:nvSpPr>
          <p:spPr bwMode="auto">
            <a:xfrm flipV="1">
              <a:off x="4967038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3" name="Oval 877"/>
            <p:cNvSpPr>
              <a:spLocks noChangeArrowheads="1"/>
            </p:cNvSpPr>
            <p:nvPr userDrawn="1"/>
          </p:nvSpPr>
          <p:spPr bwMode="auto">
            <a:xfrm flipV="1">
              <a:off x="5074129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4" name="Oval 878"/>
            <p:cNvSpPr>
              <a:spLocks noChangeArrowheads="1"/>
            </p:cNvSpPr>
            <p:nvPr userDrawn="1"/>
          </p:nvSpPr>
          <p:spPr bwMode="auto">
            <a:xfrm flipV="1">
              <a:off x="5182187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1" name="Oval 905"/>
            <p:cNvSpPr>
              <a:spLocks noChangeArrowheads="1"/>
            </p:cNvSpPr>
            <p:nvPr userDrawn="1"/>
          </p:nvSpPr>
          <p:spPr bwMode="auto">
            <a:xfrm flipV="1">
              <a:off x="4319659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2" name="Oval 906"/>
            <p:cNvSpPr>
              <a:spLocks noChangeArrowheads="1"/>
            </p:cNvSpPr>
            <p:nvPr userDrawn="1"/>
          </p:nvSpPr>
          <p:spPr bwMode="auto">
            <a:xfrm flipV="1">
              <a:off x="4426753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3" name="Oval 907"/>
            <p:cNvSpPr>
              <a:spLocks noChangeArrowheads="1"/>
            </p:cNvSpPr>
            <p:nvPr userDrawn="1"/>
          </p:nvSpPr>
          <p:spPr bwMode="auto">
            <a:xfrm flipV="1">
              <a:off x="4533845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4" name="Oval 908"/>
            <p:cNvSpPr>
              <a:spLocks noChangeArrowheads="1"/>
            </p:cNvSpPr>
            <p:nvPr userDrawn="1"/>
          </p:nvSpPr>
          <p:spPr bwMode="auto">
            <a:xfrm flipV="1">
              <a:off x="4642867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5" name="Oval 909"/>
            <p:cNvSpPr>
              <a:spLocks noChangeArrowheads="1"/>
            </p:cNvSpPr>
            <p:nvPr userDrawn="1"/>
          </p:nvSpPr>
          <p:spPr bwMode="auto">
            <a:xfrm flipV="1">
              <a:off x="4750926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6" name="Oval 910"/>
            <p:cNvSpPr>
              <a:spLocks noChangeArrowheads="1"/>
            </p:cNvSpPr>
            <p:nvPr userDrawn="1"/>
          </p:nvSpPr>
          <p:spPr bwMode="auto">
            <a:xfrm flipV="1">
              <a:off x="4858018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7" name="Oval 911"/>
            <p:cNvSpPr>
              <a:spLocks noChangeArrowheads="1"/>
            </p:cNvSpPr>
            <p:nvPr userDrawn="1"/>
          </p:nvSpPr>
          <p:spPr bwMode="auto">
            <a:xfrm flipV="1">
              <a:off x="4967042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8" name="Oval 912"/>
            <p:cNvSpPr>
              <a:spLocks noChangeArrowheads="1"/>
            </p:cNvSpPr>
            <p:nvPr userDrawn="1"/>
          </p:nvSpPr>
          <p:spPr bwMode="auto">
            <a:xfrm flipV="1">
              <a:off x="5074131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9" name="Oval 913"/>
            <p:cNvSpPr>
              <a:spLocks noChangeArrowheads="1"/>
            </p:cNvSpPr>
            <p:nvPr userDrawn="1"/>
          </p:nvSpPr>
          <p:spPr bwMode="auto">
            <a:xfrm flipV="1">
              <a:off x="5182188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7" name="Oval 870"/>
            <p:cNvSpPr>
              <a:spLocks noChangeArrowheads="1"/>
            </p:cNvSpPr>
            <p:nvPr userDrawn="1"/>
          </p:nvSpPr>
          <p:spPr bwMode="auto">
            <a:xfrm flipV="1">
              <a:off x="4319658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8" name="Oval 871"/>
            <p:cNvSpPr>
              <a:spLocks noChangeArrowheads="1"/>
            </p:cNvSpPr>
            <p:nvPr userDrawn="1"/>
          </p:nvSpPr>
          <p:spPr bwMode="auto">
            <a:xfrm flipV="1">
              <a:off x="4426751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9" name="Oval 872"/>
            <p:cNvSpPr>
              <a:spLocks noChangeArrowheads="1"/>
            </p:cNvSpPr>
            <p:nvPr userDrawn="1"/>
          </p:nvSpPr>
          <p:spPr bwMode="auto">
            <a:xfrm flipV="1">
              <a:off x="4533843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0" name="Oval 873"/>
            <p:cNvSpPr>
              <a:spLocks noChangeArrowheads="1"/>
            </p:cNvSpPr>
            <p:nvPr userDrawn="1"/>
          </p:nvSpPr>
          <p:spPr bwMode="auto">
            <a:xfrm flipV="1">
              <a:off x="4642865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1" name="Oval 874"/>
            <p:cNvSpPr>
              <a:spLocks noChangeArrowheads="1"/>
            </p:cNvSpPr>
            <p:nvPr userDrawn="1"/>
          </p:nvSpPr>
          <p:spPr bwMode="auto">
            <a:xfrm flipV="1">
              <a:off x="4750923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2" name="Oval 875"/>
            <p:cNvSpPr>
              <a:spLocks noChangeArrowheads="1"/>
            </p:cNvSpPr>
            <p:nvPr userDrawn="1"/>
          </p:nvSpPr>
          <p:spPr bwMode="auto">
            <a:xfrm flipV="1">
              <a:off x="4858015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3" name="Oval 876"/>
            <p:cNvSpPr>
              <a:spLocks noChangeArrowheads="1"/>
            </p:cNvSpPr>
            <p:nvPr userDrawn="1"/>
          </p:nvSpPr>
          <p:spPr bwMode="auto">
            <a:xfrm flipV="1">
              <a:off x="4967038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4" name="Oval 877"/>
            <p:cNvSpPr>
              <a:spLocks noChangeArrowheads="1"/>
            </p:cNvSpPr>
            <p:nvPr userDrawn="1"/>
          </p:nvSpPr>
          <p:spPr bwMode="auto">
            <a:xfrm flipV="1">
              <a:off x="5074129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5" name="Oval 878"/>
            <p:cNvSpPr>
              <a:spLocks noChangeArrowheads="1"/>
            </p:cNvSpPr>
            <p:nvPr userDrawn="1"/>
          </p:nvSpPr>
          <p:spPr bwMode="auto">
            <a:xfrm flipV="1">
              <a:off x="5182187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2" name="Oval 905"/>
            <p:cNvSpPr>
              <a:spLocks noChangeArrowheads="1"/>
            </p:cNvSpPr>
            <p:nvPr userDrawn="1"/>
          </p:nvSpPr>
          <p:spPr bwMode="auto">
            <a:xfrm flipV="1">
              <a:off x="4319659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3" name="Oval 906"/>
            <p:cNvSpPr>
              <a:spLocks noChangeArrowheads="1"/>
            </p:cNvSpPr>
            <p:nvPr userDrawn="1"/>
          </p:nvSpPr>
          <p:spPr bwMode="auto">
            <a:xfrm flipV="1">
              <a:off x="4426753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4" name="Oval 907"/>
            <p:cNvSpPr>
              <a:spLocks noChangeArrowheads="1"/>
            </p:cNvSpPr>
            <p:nvPr userDrawn="1"/>
          </p:nvSpPr>
          <p:spPr bwMode="auto">
            <a:xfrm flipV="1">
              <a:off x="4533845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5" name="Oval 908"/>
            <p:cNvSpPr>
              <a:spLocks noChangeArrowheads="1"/>
            </p:cNvSpPr>
            <p:nvPr userDrawn="1"/>
          </p:nvSpPr>
          <p:spPr bwMode="auto">
            <a:xfrm flipV="1">
              <a:off x="4642867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6" name="Oval 909"/>
            <p:cNvSpPr>
              <a:spLocks noChangeArrowheads="1"/>
            </p:cNvSpPr>
            <p:nvPr userDrawn="1"/>
          </p:nvSpPr>
          <p:spPr bwMode="auto">
            <a:xfrm flipV="1">
              <a:off x="4750926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7" name="Oval 910"/>
            <p:cNvSpPr>
              <a:spLocks noChangeArrowheads="1"/>
            </p:cNvSpPr>
            <p:nvPr userDrawn="1"/>
          </p:nvSpPr>
          <p:spPr bwMode="auto">
            <a:xfrm flipV="1">
              <a:off x="4858018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8" name="Oval 911"/>
            <p:cNvSpPr>
              <a:spLocks noChangeArrowheads="1"/>
            </p:cNvSpPr>
            <p:nvPr userDrawn="1"/>
          </p:nvSpPr>
          <p:spPr bwMode="auto">
            <a:xfrm flipV="1">
              <a:off x="4967042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9" name="Oval 912"/>
            <p:cNvSpPr>
              <a:spLocks noChangeArrowheads="1"/>
            </p:cNvSpPr>
            <p:nvPr userDrawn="1"/>
          </p:nvSpPr>
          <p:spPr bwMode="auto">
            <a:xfrm flipV="1">
              <a:off x="5074131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50" name="Oval 913"/>
            <p:cNvSpPr>
              <a:spLocks noChangeArrowheads="1"/>
            </p:cNvSpPr>
            <p:nvPr userDrawn="1"/>
          </p:nvSpPr>
          <p:spPr bwMode="auto">
            <a:xfrm flipV="1">
              <a:off x="5182188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78" name="Oval 870"/>
            <p:cNvSpPr>
              <a:spLocks noChangeArrowheads="1"/>
            </p:cNvSpPr>
            <p:nvPr userDrawn="1"/>
          </p:nvSpPr>
          <p:spPr bwMode="auto">
            <a:xfrm flipV="1">
              <a:off x="4319658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79" name="Oval 871"/>
            <p:cNvSpPr>
              <a:spLocks noChangeArrowheads="1"/>
            </p:cNvSpPr>
            <p:nvPr userDrawn="1"/>
          </p:nvSpPr>
          <p:spPr bwMode="auto">
            <a:xfrm flipV="1">
              <a:off x="4426751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0" name="Oval 872"/>
            <p:cNvSpPr>
              <a:spLocks noChangeArrowheads="1"/>
            </p:cNvSpPr>
            <p:nvPr userDrawn="1"/>
          </p:nvSpPr>
          <p:spPr bwMode="auto">
            <a:xfrm flipV="1">
              <a:off x="4533843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1" name="Oval 873"/>
            <p:cNvSpPr>
              <a:spLocks noChangeArrowheads="1"/>
            </p:cNvSpPr>
            <p:nvPr userDrawn="1"/>
          </p:nvSpPr>
          <p:spPr bwMode="auto">
            <a:xfrm flipV="1">
              <a:off x="4642865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2" name="Oval 874"/>
            <p:cNvSpPr>
              <a:spLocks noChangeArrowheads="1"/>
            </p:cNvSpPr>
            <p:nvPr userDrawn="1"/>
          </p:nvSpPr>
          <p:spPr bwMode="auto">
            <a:xfrm flipV="1">
              <a:off x="4750923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3" name="Oval 875"/>
            <p:cNvSpPr>
              <a:spLocks noChangeArrowheads="1"/>
            </p:cNvSpPr>
            <p:nvPr userDrawn="1"/>
          </p:nvSpPr>
          <p:spPr bwMode="auto">
            <a:xfrm flipV="1">
              <a:off x="4858015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4" name="Oval 876"/>
            <p:cNvSpPr>
              <a:spLocks noChangeArrowheads="1"/>
            </p:cNvSpPr>
            <p:nvPr userDrawn="1"/>
          </p:nvSpPr>
          <p:spPr bwMode="auto">
            <a:xfrm flipV="1">
              <a:off x="4967038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5" name="Oval 877"/>
            <p:cNvSpPr>
              <a:spLocks noChangeArrowheads="1"/>
            </p:cNvSpPr>
            <p:nvPr userDrawn="1"/>
          </p:nvSpPr>
          <p:spPr bwMode="auto">
            <a:xfrm flipV="1">
              <a:off x="5074129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6" name="Oval 878"/>
            <p:cNvSpPr>
              <a:spLocks noChangeArrowheads="1"/>
            </p:cNvSpPr>
            <p:nvPr userDrawn="1"/>
          </p:nvSpPr>
          <p:spPr bwMode="auto">
            <a:xfrm flipV="1">
              <a:off x="5182187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3" name="Oval 905"/>
            <p:cNvSpPr>
              <a:spLocks noChangeArrowheads="1"/>
            </p:cNvSpPr>
            <p:nvPr userDrawn="1"/>
          </p:nvSpPr>
          <p:spPr bwMode="auto">
            <a:xfrm flipV="1">
              <a:off x="4319659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4" name="Oval 906"/>
            <p:cNvSpPr>
              <a:spLocks noChangeArrowheads="1"/>
            </p:cNvSpPr>
            <p:nvPr userDrawn="1"/>
          </p:nvSpPr>
          <p:spPr bwMode="auto">
            <a:xfrm flipV="1">
              <a:off x="4426753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5" name="Oval 907"/>
            <p:cNvSpPr>
              <a:spLocks noChangeArrowheads="1"/>
            </p:cNvSpPr>
            <p:nvPr userDrawn="1"/>
          </p:nvSpPr>
          <p:spPr bwMode="auto">
            <a:xfrm flipV="1">
              <a:off x="4533845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6" name="Oval 908"/>
            <p:cNvSpPr>
              <a:spLocks noChangeArrowheads="1"/>
            </p:cNvSpPr>
            <p:nvPr userDrawn="1"/>
          </p:nvSpPr>
          <p:spPr bwMode="auto">
            <a:xfrm flipV="1">
              <a:off x="4642867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7" name="Oval 909"/>
            <p:cNvSpPr>
              <a:spLocks noChangeArrowheads="1"/>
            </p:cNvSpPr>
            <p:nvPr userDrawn="1"/>
          </p:nvSpPr>
          <p:spPr bwMode="auto">
            <a:xfrm flipV="1">
              <a:off x="4750926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8" name="Oval 910"/>
            <p:cNvSpPr>
              <a:spLocks noChangeArrowheads="1"/>
            </p:cNvSpPr>
            <p:nvPr userDrawn="1"/>
          </p:nvSpPr>
          <p:spPr bwMode="auto">
            <a:xfrm flipV="1">
              <a:off x="4858018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9" name="Oval 911"/>
            <p:cNvSpPr>
              <a:spLocks noChangeArrowheads="1"/>
            </p:cNvSpPr>
            <p:nvPr userDrawn="1"/>
          </p:nvSpPr>
          <p:spPr bwMode="auto">
            <a:xfrm flipV="1">
              <a:off x="4967042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20" name="Oval 912"/>
            <p:cNvSpPr>
              <a:spLocks noChangeArrowheads="1"/>
            </p:cNvSpPr>
            <p:nvPr userDrawn="1"/>
          </p:nvSpPr>
          <p:spPr bwMode="auto">
            <a:xfrm flipV="1">
              <a:off x="5074131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21" name="Oval 913"/>
            <p:cNvSpPr>
              <a:spLocks noChangeArrowheads="1"/>
            </p:cNvSpPr>
            <p:nvPr userDrawn="1"/>
          </p:nvSpPr>
          <p:spPr bwMode="auto">
            <a:xfrm flipV="1">
              <a:off x="5182188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49" name="Oval 870"/>
            <p:cNvSpPr>
              <a:spLocks noChangeArrowheads="1"/>
            </p:cNvSpPr>
            <p:nvPr userDrawn="1"/>
          </p:nvSpPr>
          <p:spPr bwMode="auto">
            <a:xfrm flipV="1">
              <a:off x="4319658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0" name="Oval 871"/>
            <p:cNvSpPr>
              <a:spLocks noChangeArrowheads="1"/>
            </p:cNvSpPr>
            <p:nvPr userDrawn="1"/>
          </p:nvSpPr>
          <p:spPr bwMode="auto">
            <a:xfrm flipV="1">
              <a:off x="4426751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1" name="Oval 872"/>
            <p:cNvSpPr>
              <a:spLocks noChangeArrowheads="1"/>
            </p:cNvSpPr>
            <p:nvPr userDrawn="1"/>
          </p:nvSpPr>
          <p:spPr bwMode="auto">
            <a:xfrm flipV="1">
              <a:off x="4533843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2" name="Oval 873"/>
            <p:cNvSpPr>
              <a:spLocks noChangeArrowheads="1"/>
            </p:cNvSpPr>
            <p:nvPr userDrawn="1"/>
          </p:nvSpPr>
          <p:spPr bwMode="auto">
            <a:xfrm flipV="1">
              <a:off x="4642865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3" name="Oval 874"/>
            <p:cNvSpPr>
              <a:spLocks noChangeArrowheads="1"/>
            </p:cNvSpPr>
            <p:nvPr userDrawn="1"/>
          </p:nvSpPr>
          <p:spPr bwMode="auto">
            <a:xfrm flipV="1">
              <a:off x="4750923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4" name="Oval 875"/>
            <p:cNvSpPr>
              <a:spLocks noChangeArrowheads="1"/>
            </p:cNvSpPr>
            <p:nvPr userDrawn="1"/>
          </p:nvSpPr>
          <p:spPr bwMode="auto">
            <a:xfrm flipV="1">
              <a:off x="4858015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5" name="Oval 876"/>
            <p:cNvSpPr>
              <a:spLocks noChangeArrowheads="1"/>
            </p:cNvSpPr>
            <p:nvPr userDrawn="1"/>
          </p:nvSpPr>
          <p:spPr bwMode="auto">
            <a:xfrm flipV="1">
              <a:off x="4967038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6" name="Oval 877"/>
            <p:cNvSpPr>
              <a:spLocks noChangeArrowheads="1"/>
            </p:cNvSpPr>
            <p:nvPr userDrawn="1"/>
          </p:nvSpPr>
          <p:spPr bwMode="auto">
            <a:xfrm flipV="1">
              <a:off x="5074129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7" name="Oval 878"/>
            <p:cNvSpPr>
              <a:spLocks noChangeArrowheads="1"/>
            </p:cNvSpPr>
            <p:nvPr userDrawn="1"/>
          </p:nvSpPr>
          <p:spPr bwMode="auto">
            <a:xfrm flipV="1">
              <a:off x="5182187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4" name="Oval 905"/>
            <p:cNvSpPr>
              <a:spLocks noChangeArrowheads="1"/>
            </p:cNvSpPr>
            <p:nvPr userDrawn="1"/>
          </p:nvSpPr>
          <p:spPr bwMode="auto">
            <a:xfrm flipV="1">
              <a:off x="4319659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5" name="Oval 906"/>
            <p:cNvSpPr>
              <a:spLocks noChangeArrowheads="1"/>
            </p:cNvSpPr>
            <p:nvPr userDrawn="1"/>
          </p:nvSpPr>
          <p:spPr bwMode="auto">
            <a:xfrm flipV="1">
              <a:off x="4426753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6" name="Oval 907"/>
            <p:cNvSpPr>
              <a:spLocks noChangeArrowheads="1"/>
            </p:cNvSpPr>
            <p:nvPr userDrawn="1"/>
          </p:nvSpPr>
          <p:spPr bwMode="auto">
            <a:xfrm flipV="1">
              <a:off x="4533845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7" name="Oval 908"/>
            <p:cNvSpPr>
              <a:spLocks noChangeArrowheads="1"/>
            </p:cNvSpPr>
            <p:nvPr userDrawn="1"/>
          </p:nvSpPr>
          <p:spPr bwMode="auto">
            <a:xfrm flipV="1">
              <a:off x="4642867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8" name="Oval 909"/>
            <p:cNvSpPr>
              <a:spLocks noChangeArrowheads="1"/>
            </p:cNvSpPr>
            <p:nvPr userDrawn="1"/>
          </p:nvSpPr>
          <p:spPr bwMode="auto">
            <a:xfrm flipV="1">
              <a:off x="4750926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9" name="Oval 910"/>
            <p:cNvSpPr>
              <a:spLocks noChangeArrowheads="1"/>
            </p:cNvSpPr>
            <p:nvPr userDrawn="1"/>
          </p:nvSpPr>
          <p:spPr bwMode="auto">
            <a:xfrm flipV="1">
              <a:off x="4858018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0" name="Oval 911"/>
            <p:cNvSpPr>
              <a:spLocks noChangeArrowheads="1"/>
            </p:cNvSpPr>
            <p:nvPr userDrawn="1"/>
          </p:nvSpPr>
          <p:spPr bwMode="auto">
            <a:xfrm flipV="1">
              <a:off x="4967042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1" name="Oval 912"/>
            <p:cNvSpPr>
              <a:spLocks noChangeArrowheads="1"/>
            </p:cNvSpPr>
            <p:nvPr userDrawn="1"/>
          </p:nvSpPr>
          <p:spPr bwMode="auto">
            <a:xfrm flipV="1">
              <a:off x="5074131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2" name="Oval 913"/>
            <p:cNvSpPr>
              <a:spLocks noChangeArrowheads="1"/>
            </p:cNvSpPr>
            <p:nvPr userDrawn="1"/>
          </p:nvSpPr>
          <p:spPr bwMode="auto">
            <a:xfrm flipV="1">
              <a:off x="5182188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0" name="Oval 870"/>
            <p:cNvSpPr>
              <a:spLocks noChangeArrowheads="1"/>
            </p:cNvSpPr>
            <p:nvPr userDrawn="1"/>
          </p:nvSpPr>
          <p:spPr bwMode="auto">
            <a:xfrm flipV="1">
              <a:off x="4319658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1" name="Oval 871"/>
            <p:cNvSpPr>
              <a:spLocks noChangeArrowheads="1"/>
            </p:cNvSpPr>
            <p:nvPr userDrawn="1"/>
          </p:nvSpPr>
          <p:spPr bwMode="auto">
            <a:xfrm flipV="1">
              <a:off x="4426751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2" name="Oval 872"/>
            <p:cNvSpPr>
              <a:spLocks noChangeArrowheads="1"/>
            </p:cNvSpPr>
            <p:nvPr userDrawn="1"/>
          </p:nvSpPr>
          <p:spPr bwMode="auto">
            <a:xfrm flipV="1">
              <a:off x="4533843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3" name="Oval 873"/>
            <p:cNvSpPr>
              <a:spLocks noChangeArrowheads="1"/>
            </p:cNvSpPr>
            <p:nvPr userDrawn="1"/>
          </p:nvSpPr>
          <p:spPr bwMode="auto">
            <a:xfrm flipV="1">
              <a:off x="4642865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4" name="Oval 874"/>
            <p:cNvSpPr>
              <a:spLocks noChangeArrowheads="1"/>
            </p:cNvSpPr>
            <p:nvPr userDrawn="1"/>
          </p:nvSpPr>
          <p:spPr bwMode="auto">
            <a:xfrm flipV="1">
              <a:off x="4750923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5" name="Oval 875"/>
            <p:cNvSpPr>
              <a:spLocks noChangeArrowheads="1"/>
            </p:cNvSpPr>
            <p:nvPr userDrawn="1"/>
          </p:nvSpPr>
          <p:spPr bwMode="auto">
            <a:xfrm flipV="1">
              <a:off x="4858015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6" name="Oval 876"/>
            <p:cNvSpPr>
              <a:spLocks noChangeArrowheads="1"/>
            </p:cNvSpPr>
            <p:nvPr userDrawn="1"/>
          </p:nvSpPr>
          <p:spPr bwMode="auto">
            <a:xfrm flipV="1">
              <a:off x="4967038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7" name="Oval 877"/>
            <p:cNvSpPr>
              <a:spLocks noChangeArrowheads="1"/>
            </p:cNvSpPr>
            <p:nvPr userDrawn="1"/>
          </p:nvSpPr>
          <p:spPr bwMode="auto">
            <a:xfrm flipV="1">
              <a:off x="5074129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8" name="Oval 878"/>
            <p:cNvSpPr>
              <a:spLocks noChangeArrowheads="1"/>
            </p:cNvSpPr>
            <p:nvPr userDrawn="1"/>
          </p:nvSpPr>
          <p:spPr bwMode="auto">
            <a:xfrm flipV="1">
              <a:off x="5182187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5" name="Oval 905"/>
            <p:cNvSpPr>
              <a:spLocks noChangeArrowheads="1"/>
            </p:cNvSpPr>
            <p:nvPr userDrawn="1"/>
          </p:nvSpPr>
          <p:spPr bwMode="auto">
            <a:xfrm flipV="1">
              <a:off x="4319659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6" name="Oval 906"/>
            <p:cNvSpPr>
              <a:spLocks noChangeArrowheads="1"/>
            </p:cNvSpPr>
            <p:nvPr userDrawn="1"/>
          </p:nvSpPr>
          <p:spPr bwMode="auto">
            <a:xfrm flipV="1">
              <a:off x="4426753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7" name="Oval 907"/>
            <p:cNvSpPr>
              <a:spLocks noChangeArrowheads="1"/>
            </p:cNvSpPr>
            <p:nvPr userDrawn="1"/>
          </p:nvSpPr>
          <p:spPr bwMode="auto">
            <a:xfrm flipV="1">
              <a:off x="4533845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8" name="Oval 908"/>
            <p:cNvSpPr>
              <a:spLocks noChangeArrowheads="1"/>
            </p:cNvSpPr>
            <p:nvPr userDrawn="1"/>
          </p:nvSpPr>
          <p:spPr bwMode="auto">
            <a:xfrm flipV="1">
              <a:off x="4642867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9" name="Oval 909"/>
            <p:cNvSpPr>
              <a:spLocks noChangeArrowheads="1"/>
            </p:cNvSpPr>
            <p:nvPr userDrawn="1"/>
          </p:nvSpPr>
          <p:spPr bwMode="auto">
            <a:xfrm flipV="1">
              <a:off x="4750926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0" name="Oval 910"/>
            <p:cNvSpPr>
              <a:spLocks noChangeArrowheads="1"/>
            </p:cNvSpPr>
            <p:nvPr userDrawn="1"/>
          </p:nvSpPr>
          <p:spPr bwMode="auto">
            <a:xfrm flipV="1">
              <a:off x="4858018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1" name="Oval 911"/>
            <p:cNvSpPr>
              <a:spLocks noChangeArrowheads="1"/>
            </p:cNvSpPr>
            <p:nvPr userDrawn="1"/>
          </p:nvSpPr>
          <p:spPr bwMode="auto">
            <a:xfrm flipV="1">
              <a:off x="4967042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2" name="Oval 912"/>
            <p:cNvSpPr>
              <a:spLocks noChangeArrowheads="1"/>
            </p:cNvSpPr>
            <p:nvPr userDrawn="1"/>
          </p:nvSpPr>
          <p:spPr bwMode="auto">
            <a:xfrm flipV="1">
              <a:off x="5074131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3" name="Oval 913"/>
            <p:cNvSpPr>
              <a:spLocks noChangeArrowheads="1"/>
            </p:cNvSpPr>
            <p:nvPr userDrawn="1"/>
          </p:nvSpPr>
          <p:spPr bwMode="auto">
            <a:xfrm flipV="1">
              <a:off x="5182188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1" name="Oval 870"/>
            <p:cNvSpPr>
              <a:spLocks noChangeArrowheads="1"/>
            </p:cNvSpPr>
            <p:nvPr userDrawn="1"/>
          </p:nvSpPr>
          <p:spPr bwMode="auto">
            <a:xfrm flipV="1">
              <a:off x="4319658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2" name="Oval 871"/>
            <p:cNvSpPr>
              <a:spLocks noChangeArrowheads="1"/>
            </p:cNvSpPr>
            <p:nvPr userDrawn="1"/>
          </p:nvSpPr>
          <p:spPr bwMode="auto">
            <a:xfrm flipV="1">
              <a:off x="4426751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3" name="Oval 872"/>
            <p:cNvSpPr>
              <a:spLocks noChangeArrowheads="1"/>
            </p:cNvSpPr>
            <p:nvPr userDrawn="1"/>
          </p:nvSpPr>
          <p:spPr bwMode="auto">
            <a:xfrm flipV="1">
              <a:off x="4533843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4" name="Oval 873"/>
            <p:cNvSpPr>
              <a:spLocks noChangeArrowheads="1"/>
            </p:cNvSpPr>
            <p:nvPr userDrawn="1"/>
          </p:nvSpPr>
          <p:spPr bwMode="auto">
            <a:xfrm flipV="1">
              <a:off x="4642865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5" name="Oval 874"/>
            <p:cNvSpPr>
              <a:spLocks noChangeArrowheads="1"/>
            </p:cNvSpPr>
            <p:nvPr userDrawn="1"/>
          </p:nvSpPr>
          <p:spPr bwMode="auto">
            <a:xfrm flipV="1">
              <a:off x="4750923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6" name="Oval 875"/>
            <p:cNvSpPr>
              <a:spLocks noChangeArrowheads="1"/>
            </p:cNvSpPr>
            <p:nvPr userDrawn="1"/>
          </p:nvSpPr>
          <p:spPr bwMode="auto">
            <a:xfrm flipV="1">
              <a:off x="4858015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7" name="Oval 876"/>
            <p:cNvSpPr>
              <a:spLocks noChangeArrowheads="1"/>
            </p:cNvSpPr>
            <p:nvPr userDrawn="1"/>
          </p:nvSpPr>
          <p:spPr bwMode="auto">
            <a:xfrm flipV="1">
              <a:off x="4967038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8" name="Oval 877"/>
            <p:cNvSpPr>
              <a:spLocks noChangeArrowheads="1"/>
            </p:cNvSpPr>
            <p:nvPr userDrawn="1"/>
          </p:nvSpPr>
          <p:spPr bwMode="auto">
            <a:xfrm flipV="1">
              <a:off x="5074129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9" name="Oval 878"/>
            <p:cNvSpPr>
              <a:spLocks noChangeArrowheads="1"/>
            </p:cNvSpPr>
            <p:nvPr userDrawn="1"/>
          </p:nvSpPr>
          <p:spPr bwMode="auto">
            <a:xfrm flipV="1">
              <a:off x="5182187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6" name="Oval 905"/>
            <p:cNvSpPr>
              <a:spLocks noChangeArrowheads="1"/>
            </p:cNvSpPr>
            <p:nvPr userDrawn="1"/>
          </p:nvSpPr>
          <p:spPr bwMode="auto">
            <a:xfrm flipV="1">
              <a:off x="4319659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7" name="Oval 906"/>
            <p:cNvSpPr>
              <a:spLocks noChangeArrowheads="1"/>
            </p:cNvSpPr>
            <p:nvPr userDrawn="1"/>
          </p:nvSpPr>
          <p:spPr bwMode="auto">
            <a:xfrm flipV="1">
              <a:off x="4426753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8" name="Oval 907"/>
            <p:cNvSpPr>
              <a:spLocks noChangeArrowheads="1"/>
            </p:cNvSpPr>
            <p:nvPr userDrawn="1"/>
          </p:nvSpPr>
          <p:spPr bwMode="auto">
            <a:xfrm flipV="1">
              <a:off x="4533845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9" name="Oval 908"/>
            <p:cNvSpPr>
              <a:spLocks noChangeArrowheads="1"/>
            </p:cNvSpPr>
            <p:nvPr userDrawn="1"/>
          </p:nvSpPr>
          <p:spPr bwMode="auto">
            <a:xfrm flipV="1">
              <a:off x="4642867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0" name="Oval 909"/>
            <p:cNvSpPr>
              <a:spLocks noChangeArrowheads="1"/>
            </p:cNvSpPr>
            <p:nvPr userDrawn="1"/>
          </p:nvSpPr>
          <p:spPr bwMode="auto">
            <a:xfrm flipV="1">
              <a:off x="4750926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1" name="Oval 910"/>
            <p:cNvSpPr>
              <a:spLocks noChangeArrowheads="1"/>
            </p:cNvSpPr>
            <p:nvPr userDrawn="1"/>
          </p:nvSpPr>
          <p:spPr bwMode="auto">
            <a:xfrm flipV="1">
              <a:off x="4858018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2" name="Oval 911"/>
            <p:cNvSpPr>
              <a:spLocks noChangeArrowheads="1"/>
            </p:cNvSpPr>
            <p:nvPr userDrawn="1"/>
          </p:nvSpPr>
          <p:spPr bwMode="auto">
            <a:xfrm flipV="1">
              <a:off x="4967042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3" name="Oval 912"/>
            <p:cNvSpPr>
              <a:spLocks noChangeArrowheads="1"/>
            </p:cNvSpPr>
            <p:nvPr userDrawn="1"/>
          </p:nvSpPr>
          <p:spPr bwMode="auto">
            <a:xfrm flipV="1">
              <a:off x="5074131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4" name="Oval 913"/>
            <p:cNvSpPr>
              <a:spLocks noChangeArrowheads="1"/>
            </p:cNvSpPr>
            <p:nvPr userDrawn="1"/>
          </p:nvSpPr>
          <p:spPr bwMode="auto">
            <a:xfrm flipV="1">
              <a:off x="5182188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2" name="Oval 870"/>
            <p:cNvSpPr>
              <a:spLocks noChangeArrowheads="1"/>
            </p:cNvSpPr>
            <p:nvPr userDrawn="1"/>
          </p:nvSpPr>
          <p:spPr bwMode="auto">
            <a:xfrm flipV="1">
              <a:off x="4319658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3" name="Oval 871"/>
            <p:cNvSpPr>
              <a:spLocks noChangeArrowheads="1"/>
            </p:cNvSpPr>
            <p:nvPr userDrawn="1"/>
          </p:nvSpPr>
          <p:spPr bwMode="auto">
            <a:xfrm flipV="1">
              <a:off x="4426751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4" name="Oval 872"/>
            <p:cNvSpPr>
              <a:spLocks noChangeArrowheads="1"/>
            </p:cNvSpPr>
            <p:nvPr userDrawn="1"/>
          </p:nvSpPr>
          <p:spPr bwMode="auto">
            <a:xfrm flipV="1">
              <a:off x="4533843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5" name="Oval 873"/>
            <p:cNvSpPr>
              <a:spLocks noChangeArrowheads="1"/>
            </p:cNvSpPr>
            <p:nvPr userDrawn="1"/>
          </p:nvSpPr>
          <p:spPr bwMode="auto">
            <a:xfrm flipV="1">
              <a:off x="4642865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6" name="Oval 874"/>
            <p:cNvSpPr>
              <a:spLocks noChangeArrowheads="1"/>
            </p:cNvSpPr>
            <p:nvPr userDrawn="1"/>
          </p:nvSpPr>
          <p:spPr bwMode="auto">
            <a:xfrm flipV="1">
              <a:off x="4750923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7" name="Oval 875"/>
            <p:cNvSpPr>
              <a:spLocks noChangeArrowheads="1"/>
            </p:cNvSpPr>
            <p:nvPr userDrawn="1"/>
          </p:nvSpPr>
          <p:spPr bwMode="auto">
            <a:xfrm flipV="1">
              <a:off x="4858015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8" name="Oval 876"/>
            <p:cNvSpPr>
              <a:spLocks noChangeArrowheads="1"/>
            </p:cNvSpPr>
            <p:nvPr userDrawn="1"/>
          </p:nvSpPr>
          <p:spPr bwMode="auto">
            <a:xfrm flipV="1">
              <a:off x="4967038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9" name="Oval 877"/>
            <p:cNvSpPr>
              <a:spLocks noChangeArrowheads="1"/>
            </p:cNvSpPr>
            <p:nvPr userDrawn="1"/>
          </p:nvSpPr>
          <p:spPr bwMode="auto">
            <a:xfrm flipV="1">
              <a:off x="5074129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70" name="Oval 878"/>
            <p:cNvSpPr>
              <a:spLocks noChangeArrowheads="1"/>
            </p:cNvSpPr>
            <p:nvPr userDrawn="1"/>
          </p:nvSpPr>
          <p:spPr bwMode="auto">
            <a:xfrm flipV="1">
              <a:off x="5182187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7" name="Oval 905"/>
            <p:cNvSpPr>
              <a:spLocks noChangeArrowheads="1"/>
            </p:cNvSpPr>
            <p:nvPr userDrawn="1"/>
          </p:nvSpPr>
          <p:spPr bwMode="auto">
            <a:xfrm flipV="1">
              <a:off x="4319659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8" name="Oval 906"/>
            <p:cNvSpPr>
              <a:spLocks noChangeArrowheads="1"/>
            </p:cNvSpPr>
            <p:nvPr userDrawn="1"/>
          </p:nvSpPr>
          <p:spPr bwMode="auto">
            <a:xfrm flipV="1">
              <a:off x="4426753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9" name="Oval 907"/>
            <p:cNvSpPr>
              <a:spLocks noChangeArrowheads="1"/>
            </p:cNvSpPr>
            <p:nvPr userDrawn="1"/>
          </p:nvSpPr>
          <p:spPr bwMode="auto">
            <a:xfrm flipV="1">
              <a:off x="4533845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0" name="Oval 908"/>
            <p:cNvSpPr>
              <a:spLocks noChangeArrowheads="1"/>
            </p:cNvSpPr>
            <p:nvPr userDrawn="1"/>
          </p:nvSpPr>
          <p:spPr bwMode="auto">
            <a:xfrm flipV="1">
              <a:off x="4642867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1" name="Oval 909"/>
            <p:cNvSpPr>
              <a:spLocks noChangeArrowheads="1"/>
            </p:cNvSpPr>
            <p:nvPr userDrawn="1"/>
          </p:nvSpPr>
          <p:spPr bwMode="auto">
            <a:xfrm flipV="1">
              <a:off x="4750926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2" name="Oval 910"/>
            <p:cNvSpPr>
              <a:spLocks noChangeArrowheads="1"/>
            </p:cNvSpPr>
            <p:nvPr userDrawn="1"/>
          </p:nvSpPr>
          <p:spPr bwMode="auto">
            <a:xfrm flipV="1">
              <a:off x="4858018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3" name="Oval 911"/>
            <p:cNvSpPr>
              <a:spLocks noChangeArrowheads="1"/>
            </p:cNvSpPr>
            <p:nvPr userDrawn="1"/>
          </p:nvSpPr>
          <p:spPr bwMode="auto">
            <a:xfrm flipV="1">
              <a:off x="4967042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4" name="Oval 912"/>
            <p:cNvSpPr>
              <a:spLocks noChangeArrowheads="1"/>
            </p:cNvSpPr>
            <p:nvPr userDrawn="1"/>
          </p:nvSpPr>
          <p:spPr bwMode="auto">
            <a:xfrm flipV="1">
              <a:off x="5074131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5" name="Oval 913"/>
            <p:cNvSpPr>
              <a:spLocks noChangeArrowheads="1"/>
            </p:cNvSpPr>
            <p:nvPr userDrawn="1"/>
          </p:nvSpPr>
          <p:spPr bwMode="auto">
            <a:xfrm flipV="1">
              <a:off x="5182188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3" name="Oval 870"/>
            <p:cNvSpPr>
              <a:spLocks noChangeArrowheads="1"/>
            </p:cNvSpPr>
            <p:nvPr userDrawn="1"/>
          </p:nvSpPr>
          <p:spPr bwMode="auto">
            <a:xfrm flipV="1">
              <a:off x="4319658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4" name="Oval 871"/>
            <p:cNvSpPr>
              <a:spLocks noChangeArrowheads="1"/>
            </p:cNvSpPr>
            <p:nvPr userDrawn="1"/>
          </p:nvSpPr>
          <p:spPr bwMode="auto">
            <a:xfrm flipV="1">
              <a:off x="4426751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5" name="Oval 872"/>
            <p:cNvSpPr>
              <a:spLocks noChangeArrowheads="1"/>
            </p:cNvSpPr>
            <p:nvPr userDrawn="1"/>
          </p:nvSpPr>
          <p:spPr bwMode="auto">
            <a:xfrm flipV="1">
              <a:off x="4533843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6" name="Oval 873"/>
            <p:cNvSpPr>
              <a:spLocks noChangeArrowheads="1"/>
            </p:cNvSpPr>
            <p:nvPr userDrawn="1"/>
          </p:nvSpPr>
          <p:spPr bwMode="auto">
            <a:xfrm flipV="1">
              <a:off x="4642865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7" name="Oval 874"/>
            <p:cNvSpPr>
              <a:spLocks noChangeArrowheads="1"/>
            </p:cNvSpPr>
            <p:nvPr userDrawn="1"/>
          </p:nvSpPr>
          <p:spPr bwMode="auto">
            <a:xfrm flipV="1">
              <a:off x="4750923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8" name="Oval 875"/>
            <p:cNvSpPr>
              <a:spLocks noChangeArrowheads="1"/>
            </p:cNvSpPr>
            <p:nvPr userDrawn="1"/>
          </p:nvSpPr>
          <p:spPr bwMode="auto">
            <a:xfrm flipV="1">
              <a:off x="4858015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9" name="Oval 876"/>
            <p:cNvSpPr>
              <a:spLocks noChangeArrowheads="1"/>
            </p:cNvSpPr>
            <p:nvPr userDrawn="1"/>
          </p:nvSpPr>
          <p:spPr bwMode="auto">
            <a:xfrm flipV="1">
              <a:off x="4967038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40" name="Oval 877"/>
            <p:cNvSpPr>
              <a:spLocks noChangeArrowheads="1"/>
            </p:cNvSpPr>
            <p:nvPr userDrawn="1"/>
          </p:nvSpPr>
          <p:spPr bwMode="auto">
            <a:xfrm flipV="1">
              <a:off x="5074129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41" name="Oval 878"/>
            <p:cNvSpPr>
              <a:spLocks noChangeArrowheads="1"/>
            </p:cNvSpPr>
            <p:nvPr userDrawn="1"/>
          </p:nvSpPr>
          <p:spPr bwMode="auto">
            <a:xfrm flipV="1">
              <a:off x="5182187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68" name="Oval 905"/>
            <p:cNvSpPr>
              <a:spLocks noChangeArrowheads="1"/>
            </p:cNvSpPr>
            <p:nvPr userDrawn="1"/>
          </p:nvSpPr>
          <p:spPr bwMode="auto">
            <a:xfrm flipV="1">
              <a:off x="4319659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69" name="Oval 906"/>
            <p:cNvSpPr>
              <a:spLocks noChangeArrowheads="1"/>
            </p:cNvSpPr>
            <p:nvPr userDrawn="1"/>
          </p:nvSpPr>
          <p:spPr bwMode="auto">
            <a:xfrm flipV="1">
              <a:off x="4426753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0" name="Oval 907"/>
            <p:cNvSpPr>
              <a:spLocks noChangeArrowheads="1"/>
            </p:cNvSpPr>
            <p:nvPr userDrawn="1"/>
          </p:nvSpPr>
          <p:spPr bwMode="auto">
            <a:xfrm flipV="1">
              <a:off x="4533845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1" name="Oval 908"/>
            <p:cNvSpPr>
              <a:spLocks noChangeArrowheads="1"/>
            </p:cNvSpPr>
            <p:nvPr userDrawn="1"/>
          </p:nvSpPr>
          <p:spPr bwMode="auto">
            <a:xfrm flipV="1">
              <a:off x="4642867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2" name="Oval 909"/>
            <p:cNvSpPr>
              <a:spLocks noChangeArrowheads="1"/>
            </p:cNvSpPr>
            <p:nvPr userDrawn="1"/>
          </p:nvSpPr>
          <p:spPr bwMode="auto">
            <a:xfrm flipV="1">
              <a:off x="4750926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3" name="Oval 910"/>
            <p:cNvSpPr>
              <a:spLocks noChangeArrowheads="1"/>
            </p:cNvSpPr>
            <p:nvPr userDrawn="1"/>
          </p:nvSpPr>
          <p:spPr bwMode="auto">
            <a:xfrm flipV="1">
              <a:off x="4858018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4" name="Oval 911"/>
            <p:cNvSpPr>
              <a:spLocks noChangeArrowheads="1"/>
            </p:cNvSpPr>
            <p:nvPr userDrawn="1"/>
          </p:nvSpPr>
          <p:spPr bwMode="auto">
            <a:xfrm flipV="1">
              <a:off x="4967042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5" name="Oval 912"/>
            <p:cNvSpPr>
              <a:spLocks noChangeArrowheads="1"/>
            </p:cNvSpPr>
            <p:nvPr userDrawn="1"/>
          </p:nvSpPr>
          <p:spPr bwMode="auto">
            <a:xfrm flipV="1">
              <a:off x="5074131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6" name="Oval 913"/>
            <p:cNvSpPr>
              <a:spLocks noChangeArrowheads="1"/>
            </p:cNvSpPr>
            <p:nvPr userDrawn="1"/>
          </p:nvSpPr>
          <p:spPr bwMode="auto">
            <a:xfrm flipV="1">
              <a:off x="5182188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4" name="Oval 870"/>
            <p:cNvSpPr>
              <a:spLocks noChangeArrowheads="1"/>
            </p:cNvSpPr>
            <p:nvPr userDrawn="1"/>
          </p:nvSpPr>
          <p:spPr bwMode="auto">
            <a:xfrm flipV="1">
              <a:off x="4319658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5" name="Oval 871"/>
            <p:cNvSpPr>
              <a:spLocks noChangeArrowheads="1"/>
            </p:cNvSpPr>
            <p:nvPr userDrawn="1"/>
          </p:nvSpPr>
          <p:spPr bwMode="auto">
            <a:xfrm flipV="1">
              <a:off x="4426751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6" name="Oval 872"/>
            <p:cNvSpPr>
              <a:spLocks noChangeArrowheads="1"/>
            </p:cNvSpPr>
            <p:nvPr userDrawn="1"/>
          </p:nvSpPr>
          <p:spPr bwMode="auto">
            <a:xfrm flipV="1">
              <a:off x="4533843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7" name="Oval 873"/>
            <p:cNvSpPr>
              <a:spLocks noChangeArrowheads="1"/>
            </p:cNvSpPr>
            <p:nvPr userDrawn="1"/>
          </p:nvSpPr>
          <p:spPr bwMode="auto">
            <a:xfrm flipV="1">
              <a:off x="4642865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8" name="Oval 874"/>
            <p:cNvSpPr>
              <a:spLocks noChangeArrowheads="1"/>
            </p:cNvSpPr>
            <p:nvPr userDrawn="1"/>
          </p:nvSpPr>
          <p:spPr bwMode="auto">
            <a:xfrm flipV="1">
              <a:off x="4750923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9" name="Oval 875"/>
            <p:cNvSpPr>
              <a:spLocks noChangeArrowheads="1"/>
            </p:cNvSpPr>
            <p:nvPr userDrawn="1"/>
          </p:nvSpPr>
          <p:spPr bwMode="auto">
            <a:xfrm flipV="1">
              <a:off x="4858015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0" name="Oval 876"/>
            <p:cNvSpPr>
              <a:spLocks noChangeArrowheads="1"/>
            </p:cNvSpPr>
            <p:nvPr userDrawn="1"/>
          </p:nvSpPr>
          <p:spPr bwMode="auto">
            <a:xfrm flipV="1">
              <a:off x="4967038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1" name="Oval 877"/>
            <p:cNvSpPr>
              <a:spLocks noChangeArrowheads="1"/>
            </p:cNvSpPr>
            <p:nvPr userDrawn="1"/>
          </p:nvSpPr>
          <p:spPr bwMode="auto">
            <a:xfrm flipV="1">
              <a:off x="5074129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2" name="Oval 878"/>
            <p:cNvSpPr>
              <a:spLocks noChangeArrowheads="1"/>
            </p:cNvSpPr>
            <p:nvPr userDrawn="1"/>
          </p:nvSpPr>
          <p:spPr bwMode="auto">
            <a:xfrm flipV="1">
              <a:off x="5182187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39" name="Oval 905"/>
            <p:cNvSpPr>
              <a:spLocks noChangeArrowheads="1"/>
            </p:cNvSpPr>
            <p:nvPr userDrawn="1"/>
          </p:nvSpPr>
          <p:spPr bwMode="auto">
            <a:xfrm flipV="1">
              <a:off x="4319659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0" name="Oval 906"/>
            <p:cNvSpPr>
              <a:spLocks noChangeArrowheads="1"/>
            </p:cNvSpPr>
            <p:nvPr userDrawn="1"/>
          </p:nvSpPr>
          <p:spPr bwMode="auto">
            <a:xfrm flipV="1">
              <a:off x="4426753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1" name="Oval 907"/>
            <p:cNvSpPr>
              <a:spLocks noChangeArrowheads="1"/>
            </p:cNvSpPr>
            <p:nvPr userDrawn="1"/>
          </p:nvSpPr>
          <p:spPr bwMode="auto">
            <a:xfrm flipV="1">
              <a:off x="4533845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2" name="Oval 908"/>
            <p:cNvSpPr>
              <a:spLocks noChangeArrowheads="1"/>
            </p:cNvSpPr>
            <p:nvPr userDrawn="1"/>
          </p:nvSpPr>
          <p:spPr bwMode="auto">
            <a:xfrm flipV="1">
              <a:off x="4642867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3" name="Oval 909"/>
            <p:cNvSpPr>
              <a:spLocks noChangeArrowheads="1"/>
            </p:cNvSpPr>
            <p:nvPr userDrawn="1"/>
          </p:nvSpPr>
          <p:spPr bwMode="auto">
            <a:xfrm flipV="1">
              <a:off x="4750926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4" name="Oval 910"/>
            <p:cNvSpPr>
              <a:spLocks noChangeArrowheads="1"/>
            </p:cNvSpPr>
            <p:nvPr userDrawn="1"/>
          </p:nvSpPr>
          <p:spPr bwMode="auto">
            <a:xfrm flipV="1">
              <a:off x="4858018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5" name="Oval 911"/>
            <p:cNvSpPr>
              <a:spLocks noChangeArrowheads="1"/>
            </p:cNvSpPr>
            <p:nvPr userDrawn="1"/>
          </p:nvSpPr>
          <p:spPr bwMode="auto">
            <a:xfrm flipV="1">
              <a:off x="4967042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6" name="Oval 912"/>
            <p:cNvSpPr>
              <a:spLocks noChangeArrowheads="1"/>
            </p:cNvSpPr>
            <p:nvPr userDrawn="1"/>
          </p:nvSpPr>
          <p:spPr bwMode="auto">
            <a:xfrm flipV="1">
              <a:off x="5074131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7" name="Oval 913"/>
            <p:cNvSpPr>
              <a:spLocks noChangeArrowheads="1"/>
            </p:cNvSpPr>
            <p:nvPr userDrawn="1"/>
          </p:nvSpPr>
          <p:spPr bwMode="auto">
            <a:xfrm flipV="1">
              <a:off x="5182188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5" name="Oval 870"/>
            <p:cNvSpPr>
              <a:spLocks noChangeArrowheads="1"/>
            </p:cNvSpPr>
            <p:nvPr userDrawn="1"/>
          </p:nvSpPr>
          <p:spPr bwMode="auto">
            <a:xfrm flipV="1">
              <a:off x="4319658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6" name="Oval 871"/>
            <p:cNvSpPr>
              <a:spLocks noChangeArrowheads="1"/>
            </p:cNvSpPr>
            <p:nvPr userDrawn="1"/>
          </p:nvSpPr>
          <p:spPr bwMode="auto">
            <a:xfrm flipV="1">
              <a:off x="4426751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7" name="Oval 872"/>
            <p:cNvSpPr>
              <a:spLocks noChangeArrowheads="1"/>
            </p:cNvSpPr>
            <p:nvPr userDrawn="1"/>
          </p:nvSpPr>
          <p:spPr bwMode="auto">
            <a:xfrm flipV="1">
              <a:off x="4533843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8" name="Oval 873"/>
            <p:cNvSpPr>
              <a:spLocks noChangeArrowheads="1"/>
            </p:cNvSpPr>
            <p:nvPr userDrawn="1"/>
          </p:nvSpPr>
          <p:spPr bwMode="auto">
            <a:xfrm flipV="1">
              <a:off x="4642865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9" name="Oval 874"/>
            <p:cNvSpPr>
              <a:spLocks noChangeArrowheads="1"/>
            </p:cNvSpPr>
            <p:nvPr userDrawn="1"/>
          </p:nvSpPr>
          <p:spPr bwMode="auto">
            <a:xfrm flipV="1">
              <a:off x="4750923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0" name="Oval 875"/>
            <p:cNvSpPr>
              <a:spLocks noChangeArrowheads="1"/>
            </p:cNvSpPr>
            <p:nvPr userDrawn="1"/>
          </p:nvSpPr>
          <p:spPr bwMode="auto">
            <a:xfrm flipV="1">
              <a:off x="4858015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1" name="Oval 876"/>
            <p:cNvSpPr>
              <a:spLocks noChangeArrowheads="1"/>
            </p:cNvSpPr>
            <p:nvPr userDrawn="1"/>
          </p:nvSpPr>
          <p:spPr bwMode="auto">
            <a:xfrm flipV="1">
              <a:off x="4967038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2" name="Oval 877"/>
            <p:cNvSpPr>
              <a:spLocks noChangeArrowheads="1"/>
            </p:cNvSpPr>
            <p:nvPr userDrawn="1"/>
          </p:nvSpPr>
          <p:spPr bwMode="auto">
            <a:xfrm flipV="1">
              <a:off x="5074129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3" name="Oval 878"/>
            <p:cNvSpPr>
              <a:spLocks noChangeArrowheads="1"/>
            </p:cNvSpPr>
            <p:nvPr userDrawn="1"/>
          </p:nvSpPr>
          <p:spPr bwMode="auto">
            <a:xfrm flipV="1">
              <a:off x="5182187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0" name="Oval 905"/>
            <p:cNvSpPr>
              <a:spLocks noChangeArrowheads="1"/>
            </p:cNvSpPr>
            <p:nvPr userDrawn="1"/>
          </p:nvSpPr>
          <p:spPr bwMode="auto">
            <a:xfrm flipV="1">
              <a:off x="4319659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1" name="Oval 906"/>
            <p:cNvSpPr>
              <a:spLocks noChangeArrowheads="1"/>
            </p:cNvSpPr>
            <p:nvPr userDrawn="1"/>
          </p:nvSpPr>
          <p:spPr bwMode="auto">
            <a:xfrm flipV="1">
              <a:off x="4426753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2" name="Oval 907"/>
            <p:cNvSpPr>
              <a:spLocks noChangeArrowheads="1"/>
            </p:cNvSpPr>
            <p:nvPr userDrawn="1"/>
          </p:nvSpPr>
          <p:spPr bwMode="auto">
            <a:xfrm flipV="1">
              <a:off x="4533845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3" name="Oval 908"/>
            <p:cNvSpPr>
              <a:spLocks noChangeArrowheads="1"/>
            </p:cNvSpPr>
            <p:nvPr userDrawn="1"/>
          </p:nvSpPr>
          <p:spPr bwMode="auto">
            <a:xfrm flipV="1">
              <a:off x="4642867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4" name="Oval 909"/>
            <p:cNvSpPr>
              <a:spLocks noChangeArrowheads="1"/>
            </p:cNvSpPr>
            <p:nvPr userDrawn="1"/>
          </p:nvSpPr>
          <p:spPr bwMode="auto">
            <a:xfrm flipV="1">
              <a:off x="4750926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5" name="Oval 910"/>
            <p:cNvSpPr>
              <a:spLocks noChangeArrowheads="1"/>
            </p:cNvSpPr>
            <p:nvPr userDrawn="1"/>
          </p:nvSpPr>
          <p:spPr bwMode="auto">
            <a:xfrm flipV="1">
              <a:off x="4858018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6" name="Oval 911"/>
            <p:cNvSpPr>
              <a:spLocks noChangeArrowheads="1"/>
            </p:cNvSpPr>
            <p:nvPr userDrawn="1"/>
          </p:nvSpPr>
          <p:spPr bwMode="auto">
            <a:xfrm flipV="1">
              <a:off x="4967042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7" name="Oval 912"/>
            <p:cNvSpPr>
              <a:spLocks noChangeArrowheads="1"/>
            </p:cNvSpPr>
            <p:nvPr userDrawn="1"/>
          </p:nvSpPr>
          <p:spPr bwMode="auto">
            <a:xfrm flipV="1">
              <a:off x="5074131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8" name="Oval 913"/>
            <p:cNvSpPr>
              <a:spLocks noChangeArrowheads="1"/>
            </p:cNvSpPr>
            <p:nvPr userDrawn="1"/>
          </p:nvSpPr>
          <p:spPr bwMode="auto">
            <a:xfrm flipV="1">
              <a:off x="5182188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6" name="Oval 870"/>
            <p:cNvSpPr>
              <a:spLocks noChangeArrowheads="1"/>
            </p:cNvSpPr>
            <p:nvPr userDrawn="1"/>
          </p:nvSpPr>
          <p:spPr bwMode="auto">
            <a:xfrm flipV="1">
              <a:off x="4319658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7" name="Oval 871"/>
            <p:cNvSpPr>
              <a:spLocks noChangeArrowheads="1"/>
            </p:cNvSpPr>
            <p:nvPr userDrawn="1"/>
          </p:nvSpPr>
          <p:spPr bwMode="auto">
            <a:xfrm flipV="1">
              <a:off x="4426751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8" name="Oval 872"/>
            <p:cNvSpPr>
              <a:spLocks noChangeArrowheads="1"/>
            </p:cNvSpPr>
            <p:nvPr userDrawn="1"/>
          </p:nvSpPr>
          <p:spPr bwMode="auto">
            <a:xfrm flipV="1">
              <a:off x="4533843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9" name="Oval 873"/>
            <p:cNvSpPr>
              <a:spLocks noChangeArrowheads="1"/>
            </p:cNvSpPr>
            <p:nvPr userDrawn="1"/>
          </p:nvSpPr>
          <p:spPr bwMode="auto">
            <a:xfrm flipV="1">
              <a:off x="4642865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0" name="Oval 874"/>
            <p:cNvSpPr>
              <a:spLocks noChangeArrowheads="1"/>
            </p:cNvSpPr>
            <p:nvPr userDrawn="1"/>
          </p:nvSpPr>
          <p:spPr bwMode="auto">
            <a:xfrm flipV="1">
              <a:off x="4750923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1" name="Oval 875"/>
            <p:cNvSpPr>
              <a:spLocks noChangeArrowheads="1"/>
            </p:cNvSpPr>
            <p:nvPr userDrawn="1"/>
          </p:nvSpPr>
          <p:spPr bwMode="auto">
            <a:xfrm flipV="1">
              <a:off x="4858015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2" name="Oval 876"/>
            <p:cNvSpPr>
              <a:spLocks noChangeArrowheads="1"/>
            </p:cNvSpPr>
            <p:nvPr userDrawn="1"/>
          </p:nvSpPr>
          <p:spPr bwMode="auto">
            <a:xfrm flipV="1">
              <a:off x="4967038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3" name="Oval 877"/>
            <p:cNvSpPr>
              <a:spLocks noChangeArrowheads="1"/>
            </p:cNvSpPr>
            <p:nvPr userDrawn="1"/>
          </p:nvSpPr>
          <p:spPr bwMode="auto">
            <a:xfrm flipV="1">
              <a:off x="5074129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4" name="Oval 878"/>
            <p:cNvSpPr>
              <a:spLocks noChangeArrowheads="1"/>
            </p:cNvSpPr>
            <p:nvPr userDrawn="1"/>
          </p:nvSpPr>
          <p:spPr bwMode="auto">
            <a:xfrm flipV="1">
              <a:off x="5182187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1" name="Oval 905"/>
            <p:cNvSpPr>
              <a:spLocks noChangeArrowheads="1"/>
            </p:cNvSpPr>
            <p:nvPr userDrawn="1"/>
          </p:nvSpPr>
          <p:spPr bwMode="auto">
            <a:xfrm flipV="1">
              <a:off x="4319659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2" name="Oval 906"/>
            <p:cNvSpPr>
              <a:spLocks noChangeArrowheads="1"/>
            </p:cNvSpPr>
            <p:nvPr userDrawn="1"/>
          </p:nvSpPr>
          <p:spPr bwMode="auto">
            <a:xfrm flipV="1">
              <a:off x="4426753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3" name="Oval 907"/>
            <p:cNvSpPr>
              <a:spLocks noChangeArrowheads="1"/>
            </p:cNvSpPr>
            <p:nvPr userDrawn="1"/>
          </p:nvSpPr>
          <p:spPr bwMode="auto">
            <a:xfrm flipV="1">
              <a:off x="4533845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4" name="Oval 908"/>
            <p:cNvSpPr>
              <a:spLocks noChangeArrowheads="1"/>
            </p:cNvSpPr>
            <p:nvPr userDrawn="1"/>
          </p:nvSpPr>
          <p:spPr bwMode="auto">
            <a:xfrm flipV="1">
              <a:off x="4642867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5" name="Oval 909"/>
            <p:cNvSpPr>
              <a:spLocks noChangeArrowheads="1"/>
            </p:cNvSpPr>
            <p:nvPr userDrawn="1"/>
          </p:nvSpPr>
          <p:spPr bwMode="auto">
            <a:xfrm flipV="1">
              <a:off x="4750926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6" name="Oval 910"/>
            <p:cNvSpPr>
              <a:spLocks noChangeArrowheads="1"/>
            </p:cNvSpPr>
            <p:nvPr userDrawn="1"/>
          </p:nvSpPr>
          <p:spPr bwMode="auto">
            <a:xfrm flipV="1">
              <a:off x="4858018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7" name="Oval 911"/>
            <p:cNvSpPr>
              <a:spLocks noChangeArrowheads="1"/>
            </p:cNvSpPr>
            <p:nvPr userDrawn="1"/>
          </p:nvSpPr>
          <p:spPr bwMode="auto">
            <a:xfrm flipV="1">
              <a:off x="4967042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8" name="Oval 912"/>
            <p:cNvSpPr>
              <a:spLocks noChangeArrowheads="1"/>
            </p:cNvSpPr>
            <p:nvPr userDrawn="1"/>
          </p:nvSpPr>
          <p:spPr bwMode="auto">
            <a:xfrm flipV="1">
              <a:off x="5074131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9" name="Oval 913"/>
            <p:cNvSpPr>
              <a:spLocks noChangeArrowheads="1"/>
            </p:cNvSpPr>
            <p:nvPr userDrawn="1"/>
          </p:nvSpPr>
          <p:spPr bwMode="auto">
            <a:xfrm flipV="1">
              <a:off x="5182188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7" name="Oval 870"/>
            <p:cNvSpPr>
              <a:spLocks noChangeArrowheads="1"/>
            </p:cNvSpPr>
            <p:nvPr userDrawn="1"/>
          </p:nvSpPr>
          <p:spPr bwMode="auto">
            <a:xfrm flipV="1">
              <a:off x="4319658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8" name="Oval 871"/>
            <p:cNvSpPr>
              <a:spLocks noChangeArrowheads="1"/>
            </p:cNvSpPr>
            <p:nvPr userDrawn="1"/>
          </p:nvSpPr>
          <p:spPr bwMode="auto">
            <a:xfrm flipV="1">
              <a:off x="4426751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9" name="Oval 872"/>
            <p:cNvSpPr>
              <a:spLocks noChangeArrowheads="1"/>
            </p:cNvSpPr>
            <p:nvPr userDrawn="1"/>
          </p:nvSpPr>
          <p:spPr bwMode="auto">
            <a:xfrm flipV="1">
              <a:off x="4533843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0" name="Oval 873"/>
            <p:cNvSpPr>
              <a:spLocks noChangeArrowheads="1"/>
            </p:cNvSpPr>
            <p:nvPr userDrawn="1"/>
          </p:nvSpPr>
          <p:spPr bwMode="auto">
            <a:xfrm flipV="1">
              <a:off x="4642865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1" name="Oval 874"/>
            <p:cNvSpPr>
              <a:spLocks noChangeArrowheads="1"/>
            </p:cNvSpPr>
            <p:nvPr userDrawn="1"/>
          </p:nvSpPr>
          <p:spPr bwMode="auto">
            <a:xfrm flipV="1">
              <a:off x="4750923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2" name="Oval 875"/>
            <p:cNvSpPr>
              <a:spLocks noChangeArrowheads="1"/>
            </p:cNvSpPr>
            <p:nvPr userDrawn="1"/>
          </p:nvSpPr>
          <p:spPr bwMode="auto">
            <a:xfrm flipV="1">
              <a:off x="4858015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3" name="Oval 876"/>
            <p:cNvSpPr>
              <a:spLocks noChangeArrowheads="1"/>
            </p:cNvSpPr>
            <p:nvPr userDrawn="1"/>
          </p:nvSpPr>
          <p:spPr bwMode="auto">
            <a:xfrm flipV="1">
              <a:off x="4967038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4" name="Oval 877"/>
            <p:cNvSpPr>
              <a:spLocks noChangeArrowheads="1"/>
            </p:cNvSpPr>
            <p:nvPr userDrawn="1"/>
          </p:nvSpPr>
          <p:spPr bwMode="auto">
            <a:xfrm flipV="1">
              <a:off x="5074129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5" name="Oval 878"/>
            <p:cNvSpPr>
              <a:spLocks noChangeArrowheads="1"/>
            </p:cNvSpPr>
            <p:nvPr userDrawn="1"/>
          </p:nvSpPr>
          <p:spPr bwMode="auto">
            <a:xfrm flipV="1">
              <a:off x="5182187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2" name="Oval 905"/>
            <p:cNvSpPr>
              <a:spLocks noChangeArrowheads="1"/>
            </p:cNvSpPr>
            <p:nvPr userDrawn="1"/>
          </p:nvSpPr>
          <p:spPr bwMode="auto">
            <a:xfrm flipV="1">
              <a:off x="4319659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3" name="Oval 906"/>
            <p:cNvSpPr>
              <a:spLocks noChangeArrowheads="1"/>
            </p:cNvSpPr>
            <p:nvPr userDrawn="1"/>
          </p:nvSpPr>
          <p:spPr bwMode="auto">
            <a:xfrm flipV="1">
              <a:off x="4426753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4" name="Oval 907"/>
            <p:cNvSpPr>
              <a:spLocks noChangeArrowheads="1"/>
            </p:cNvSpPr>
            <p:nvPr userDrawn="1"/>
          </p:nvSpPr>
          <p:spPr bwMode="auto">
            <a:xfrm flipV="1">
              <a:off x="4533845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5" name="Oval 908"/>
            <p:cNvSpPr>
              <a:spLocks noChangeArrowheads="1"/>
            </p:cNvSpPr>
            <p:nvPr userDrawn="1"/>
          </p:nvSpPr>
          <p:spPr bwMode="auto">
            <a:xfrm flipV="1">
              <a:off x="4642867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6" name="Oval 909"/>
            <p:cNvSpPr>
              <a:spLocks noChangeArrowheads="1"/>
            </p:cNvSpPr>
            <p:nvPr userDrawn="1"/>
          </p:nvSpPr>
          <p:spPr bwMode="auto">
            <a:xfrm flipV="1">
              <a:off x="4750926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7" name="Oval 910"/>
            <p:cNvSpPr>
              <a:spLocks noChangeArrowheads="1"/>
            </p:cNvSpPr>
            <p:nvPr userDrawn="1"/>
          </p:nvSpPr>
          <p:spPr bwMode="auto">
            <a:xfrm flipV="1">
              <a:off x="4858018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8" name="Oval 911"/>
            <p:cNvSpPr>
              <a:spLocks noChangeArrowheads="1"/>
            </p:cNvSpPr>
            <p:nvPr userDrawn="1"/>
          </p:nvSpPr>
          <p:spPr bwMode="auto">
            <a:xfrm flipV="1">
              <a:off x="4967042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9" name="Oval 912"/>
            <p:cNvSpPr>
              <a:spLocks noChangeArrowheads="1"/>
            </p:cNvSpPr>
            <p:nvPr userDrawn="1"/>
          </p:nvSpPr>
          <p:spPr bwMode="auto">
            <a:xfrm flipV="1">
              <a:off x="5074131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60" name="Oval 913"/>
            <p:cNvSpPr>
              <a:spLocks noChangeArrowheads="1"/>
            </p:cNvSpPr>
            <p:nvPr userDrawn="1"/>
          </p:nvSpPr>
          <p:spPr bwMode="auto">
            <a:xfrm flipV="1">
              <a:off x="5182188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88" name="Oval 870"/>
            <p:cNvSpPr>
              <a:spLocks noChangeArrowheads="1"/>
            </p:cNvSpPr>
            <p:nvPr userDrawn="1"/>
          </p:nvSpPr>
          <p:spPr bwMode="auto">
            <a:xfrm flipV="1">
              <a:off x="4319658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89" name="Oval 871"/>
            <p:cNvSpPr>
              <a:spLocks noChangeArrowheads="1"/>
            </p:cNvSpPr>
            <p:nvPr userDrawn="1"/>
          </p:nvSpPr>
          <p:spPr bwMode="auto">
            <a:xfrm flipV="1">
              <a:off x="4426751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0" name="Oval 872"/>
            <p:cNvSpPr>
              <a:spLocks noChangeArrowheads="1"/>
            </p:cNvSpPr>
            <p:nvPr userDrawn="1"/>
          </p:nvSpPr>
          <p:spPr bwMode="auto">
            <a:xfrm flipV="1">
              <a:off x="4533843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1" name="Oval 873"/>
            <p:cNvSpPr>
              <a:spLocks noChangeArrowheads="1"/>
            </p:cNvSpPr>
            <p:nvPr userDrawn="1"/>
          </p:nvSpPr>
          <p:spPr bwMode="auto">
            <a:xfrm flipV="1">
              <a:off x="4642865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2" name="Oval 874"/>
            <p:cNvSpPr>
              <a:spLocks noChangeArrowheads="1"/>
            </p:cNvSpPr>
            <p:nvPr userDrawn="1"/>
          </p:nvSpPr>
          <p:spPr bwMode="auto">
            <a:xfrm flipV="1">
              <a:off x="4750923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3" name="Oval 875"/>
            <p:cNvSpPr>
              <a:spLocks noChangeArrowheads="1"/>
            </p:cNvSpPr>
            <p:nvPr userDrawn="1"/>
          </p:nvSpPr>
          <p:spPr bwMode="auto">
            <a:xfrm flipV="1">
              <a:off x="4858015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4" name="Oval 876"/>
            <p:cNvSpPr>
              <a:spLocks noChangeArrowheads="1"/>
            </p:cNvSpPr>
            <p:nvPr userDrawn="1"/>
          </p:nvSpPr>
          <p:spPr bwMode="auto">
            <a:xfrm flipV="1">
              <a:off x="4967038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5" name="Oval 877"/>
            <p:cNvSpPr>
              <a:spLocks noChangeArrowheads="1"/>
            </p:cNvSpPr>
            <p:nvPr userDrawn="1"/>
          </p:nvSpPr>
          <p:spPr bwMode="auto">
            <a:xfrm flipV="1">
              <a:off x="5074129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6" name="Oval 878"/>
            <p:cNvSpPr>
              <a:spLocks noChangeArrowheads="1"/>
            </p:cNvSpPr>
            <p:nvPr userDrawn="1"/>
          </p:nvSpPr>
          <p:spPr bwMode="auto">
            <a:xfrm flipV="1">
              <a:off x="5182187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3" name="Oval 905"/>
            <p:cNvSpPr>
              <a:spLocks noChangeArrowheads="1"/>
            </p:cNvSpPr>
            <p:nvPr userDrawn="1"/>
          </p:nvSpPr>
          <p:spPr bwMode="auto">
            <a:xfrm flipV="1">
              <a:off x="4319659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4" name="Oval 906"/>
            <p:cNvSpPr>
              <a:spLocks noChangeArrowheads="1"/>
            </p:cNvSpPr>
            <p:nvPr userDrawn="1"/>
          </p:nvSpPr>
          <p:spPr bwMode="auto">
            <a:xfrm flipV="1">
              <a:off x="4426753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5" name="Oval 907"/>
            <p:cNvSpPr>
              <a:spLocks noChangeArrowheads="1"/>
            </p:cNvSpPr>
            <p:nvPr userDrawn="1"/>
          </p:nvSpPr>
          <p:spPr bwMode="auto">
            <a:xfrm flipV="1">
              <a:off x="4533845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6" name="Oval 908"/>
            <p:cNvSpPr>
              <a:spLocks noChangeArrowheads="1"/>
            </p:cNvSpPr>
            <p:nvPr userDrawn="1"/>
          </p:nvSpPr>
          <p:spPr bwMode="auto">
            <a:xfrm flipV="1">
              <a:off x="4642867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7" name="Oval 909"/>
            <p:cNvSpPr>
              <a:spLocks noChangeArrowheads="1"/>
            </p:cNvSpPr>
            <p:nvPr userDrawn="1"/>
          </p:nvSpPr>
          <p:spPr bwMode="auto">
            <a:xfrm flipV="1">
              <a:off x="4750926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8" name="Oval 910"/>
            <p:cNvSpPr>
              <a:spLocks noChangeArrowheads="1"/>
            </p:cNvSpPr>
            <p:nvPr userDrawn="1"/>
          </p:nvSpPr>
          <p:spPr bwMode="auto">
            <a:xfrm flipV="1">
              <a:off x="4858018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9" name="Oval 911"/>
            <p:cNvSpPr>
              <a:spLocks noChangeArrowheads="1"/>
            </p:cNvSpPr>
            <p:nvPr userDrawn="1"/>
          </p:nvSpPr>
          <p:spPr bwMode="auto">
            <a:xfrm flipV="1">
              <a:off x="4967042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30" name="Oval 912"/>
            <p:cNvSpPr>
              <a:spLocks noChangeArrowheads="1"/>
            </p:cNvSpPr>
            <p:nvPr userDrawn="1"/>
          </p:nvSpPr>
          <p:spPr bwMode="auto">
            <a:xfrm flipV="1">
              <a:off x="5074131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31" name="Oval 913"/>
            <p:cNvSpPr>
              <a:spLocks noChangeArrowheads="1"/>
            </p:cNvSpPr>
            <p:nvPr userDrawn="1"/>
          </p:nvSpPr>
          <p:spPr bwMode="auto">
            <a:xfrm flipV="1">
              <a:off x="5182188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59" name="Oval 870"/>
            <p:cNvSpPr>
              <a:spLocks noChangeArrowheads="1"/>
            </p:cNvSpPr>
            <p:nvPr userDrawn="1"/>
          </p:nvSpPr>
          <p:spPr bwMode="auto">
            <a:xfrm flipV="1">
              <a:off x="4319658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0" name="Oval 871"/>
            <p:cNvSpPr>
              <a:spLocks noChangeArrowheads="1"/>
            </p:cNvSpPr>
            <p:nvPr userDrawn="1"/>
          </p:nvSpPr>
          <p:spPr bwMode="auto">
            <a:xfrm flipV="1">
              <a:off x="4426751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1" name="Oval 872"/>
            <p:cNvSpPr>
              <a:spLocks noChangeArrowheads="1"/>
            </p:cNvSpPr>
            <p:nvPr userDrawn="1"/>
          </p:nvSpPr>
          <p:spPr bwMode="auto">
            <a:xfrm flipV="1">
              <a:off x="4533843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2" name="Oval 873"/>
            <p:cNvSpPr>
              <a:spLocks noChangeArrowheads="1"/>
            </p:cNvSpPr>
            <p:nvPr userDrawn="1"/>
          </p:nvSpPr>
          <p:spPr bwMode="auto">
            <a:xfrm flipV="1">
              <a:off x="4642865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3" name="Oval 874"/>
            <p:cNvSpPr>
              <a:spLocks noChangeArrowheads="1"/>
            </p:cNvSpPr>
            <p:nvPr userDrawn="1"/>
          </p:nvSpPr>
          <p:spPr bwMode="auto">
            <a:xfrm flipV="1">
              <a:off x="4750923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4" name="Oval 875"/>
            <p:cNvSpPr>
              <a:spLocks noChangeArrowheads="1"/>
            </p:cNvSpPr>
            <p:nvPr userDrawn="1"/>
          </p:nvSpPr>
          <p:spPr bwMode="auto">
            <a:xfrm flipV="1">
              <a:off x="4858015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5" name="Oval 876"/>
            <p:cNvSpPr>
              <a:spLocks noChangeArrowheads="1"/>
            </p:cNvSpPr>
            <p:nvPr userDrawn="1"/>
          </p:nvSpPr>
          <p:spPr bwMode="auto">
            <a:xfrm flipV="1">
              <a:off x="4967038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6" name="Oval 877"/>
            <p:cNvSpPr>
              <a:spLocks noChangeArrowheads="1"/>
            </p:cNvSpPr>
            <p:nvPr userDrawn="1"/>
          </p:nvSpPr>
          <p:spPr bwMode="auto">
            <a:xfrm flipV="1">
              <a:off x="5074129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7" name="Oval 878"/>
            <p:cNvSpPr>
              <a:spLocks noChangeArrowheads="1"/>
            </p:cNvSpPr>
            <p:nvPr userDrawn="1"/>
          </p:nvSpPr>
          <p:spPr bwMode="auto">
            <a:xfrm flipV="1">
              <a:off x="5182187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4" name="Oval 905"/>
            <p:cNvSpPr>
              <a:spLocks noChangeArrowheads="1"/>
            </p:cNvSpPr>
            <p:nvPr userDrawn="1"/>
          </p:nvSpPr>
          <p:spPr bwMode="auto">
            <a:xfrm flipV="1">
              <a:off x="4319659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5" name="Oval 906"/>
            <p:cNvSpPr>
              <a:spLocks noChangeArrowheads="1"/>
            </p:cNvSpPr>
            <p:nvPr userDrawn="1"/>
          </p:nvSpPr>
          <p:spPr bwMode="auto">
            <a:xfrm flipV="1">
              <a:off x="4426753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6" name="Oval 907"/>
            <p:cNvSpPr>
              <a:spLocks noChangeArrowheads="1"/>
            </p:cNvSpPr>
            <p:nvPr userDrawn="1"/>
          </p:nvSpPr>
          <p:spPr bwMode="auto">
            <a:xfrm flipV="1">
              <a:off x="4533845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7" name="Oval 908"/>
            <p:cNvSpPr>
              <a:spLocks noChangeArrowheads="1"/>
            </p:cNvSpPr>
            <p:nvPr userDrawn="1"/>
          </p:nvSpPr>
          <p:spPr bwMode="auto">
            <a:xfrm flipV="1">
              <a:off x="4642867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8" name="Oval 909"/>
            <p:cNvSpPr>
              <a:spLocks noChangeArrowheads="1"/>
            </p:cNvSpPr>
            <p:nvPr userDrawn="1"/>
          </p:nvSpPr>
          <p:spPr bwMode="auto">
            <a:xfrm flipV="1">
              <a:off x="4750926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9" name="Oval 910"/>
            <p:cNvSpPr>
              <a:spLocks noChangeArrowheads="1"/>
            </p:cNvSpPr>
            <p:nvPr userDrawn="1"/>
          </p:nvSpPr>
          <p:spPr bwMode="auto">
            <a:xfrm flipV="1">
              <a:off x="4858018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0" name="Oval 911"/>
            <p:cNvSpPr>
              <a:spLocks noChangeArrowheads="1"/>
            </p:cNvSpPr>
            <p:nvPr userDrawn="1"/>
          </p:nvSpPr>
          <p:spPr bwMode="auto">
            <a:xfrm flipV="1">
              <a:off x="4967042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1" name="Oval 912"/>
            <p:cNvSpPr>
              <a:spLocks noChangeArrowheads="1"/>
            </p:cNvSpPr>
            <p:nvPr userDrawn="1"/>
          </p:nvSpPr>
          <p:spPr bwMode="auto">
            <a:xfrm flipV="1">
              <a:off x="5074131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2" name="Oval 913"/>
            <p:cNvSpPr>
              <a:spLocks noChangeArrowheads="1"/>
            </p:cNvSpPr>
            <p:nvPr userDrawn="1"/>
          </p:nvSpPr>
          <p:spPr bwMode="auto">
            <a:xfrm flipV="1">
              <a:off x="5182188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0" name="Oval 870"/>
            <p:cNvSpPr>
              <a:spLocks noChangeArrowheads="1"/>
            </p:cNvSpPr>
            <p:nvPr userDrawn="1"/>
          </p:nvSpPr>
          <p:spPr bwMode="auto">
            <a:xfrm flipV="1">
              <a:off x="4319658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1" name="Oval 871"/>
            <p:cNvSpPr>
              <a:spLocks noChangeArrowheads="1"/>
            </p:cNvSpPr>
            <p:nvPr userDrawn="1"/>
          </p:nvSpPr>
          <p:spPr bwMode="auto">
            <a:xfrm flipV="1">
              <a:off x="4426751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2" name="Oval 872"/>
            <p:cNvSpPr>
              <a:spLocks noChangeArrowheads="1"/>
            </p:cNvSpPr>
            <p:nvPr userDrawn="1"/>
          </p:nvSpPr>
          <p:spPr bwMode="auto">
            <a:xfrm flipV="1">
              <a:off x="4533843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3" name="Oval 873"/>
            <p:cNvSpPr>
              <a:spLocks noChangeArrowheads="1"/>
            </p:cNvSpPr>
            <p:nvPr userDrawn="1"/>
          </p:nvSpPr>
          <p:spPr bwMode="auto">
            <a:xfrm flipV="1">
              <a:off x="4642865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4" name="Oval 874"/>
            <p:cNvSpPr>
              <a:spLocks noChangeArrowheads="1"/>
            </p:cNvSpPr>
            <p:nvPr userDrawn="1"/>
          </p:nvSpPr>
          <p:spPr bwMode="auto">
            <a:xfrm flipV="1">
              <a:off x="4750923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5" name="Oval 875"/>
            <p:cNvSpPr>
              <a:spLocks noChangeArrowheads="1"/>
            </p:cNvSpPr>
            <p:nvPr userDrawn="1"/>
          </p:nvSpPr>
          <p:spPr bwMode="auto">
            <a:xfrm flipV="1">
              <a:off x="4858015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6" name="Oval 876"/>
            <p:cNvSpPr>
              <a:spLocks noChangeArrowheads="1"/>
            </p:cNvSpPr>
            <p:nvPr userDrawn="1"/>
          </p:nvSpPr>
          <p:spPr bwMode="auto">
            <a:xfrm flipV="1">
              <a:off x="4967038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7" name="Oval 877"/>
            <p:cNvSpPr>
              <a:spLocks noChangeArrowheads="1"/>
            </p:cNvSpPr>
            <p:nvPr userDrawn="1"/>
          </p:nvSpPr>
          <p:spPr bwMode="auto">
            <a:xfrm flipV="1">
              <a:off x="5074129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8" name="Oval 878"/>
            <p:cNvSpPr>
              <a:spLocks noChangeArrowheads="1"/>
            </p:cNvSpPr>
            <p:nvPr userDrawn="1"/>
          </p:nvSpPr>
          <p:spPr bwMode="auto">
            <a:xfrm flipV="1">
              <a:off x="5182187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5" name="Oval 905"/>
            <p:cNvSpPr>
              <a:spLocks noChangeArrowheads="1"/>
            </p:cNvSpPr>
            <p:nvPr userDrawn="1"/>
          </p:nvSpPr>
          <p:spPr bwMode="auto">
            <a:xfrm flipV="1">
              <a:off x="4319659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6" name="Oval 906"/>
            <p:cNvSpPr>
              <a:spLocks noChangeArrowheads="1"/>
            </p:cNvSpPr>
            <p:nvPr userDrawn="1"/>
          </p:nvSpPr>
          <p:spPr bwMode="auto">
            <a:xfrm flipV="1">
              <a:off x="4426753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7" name="Oval 907"/>
            <p:cNvSpPr>
              <a:spLocks noChangeArrowheads="1"/>
            </p:cNvSpPr>
            <p:nvPr userDrawn="1"/>
          </p:nvSpPr>
          <p:spPr bwMode="auto">
            <a:xfrm flipV="1">
              <a:off x="4533845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8" name="Oval 908"/>
            <p:cNvSpPr>
              <a:spLocks noChangeArrowheads="1"/>
            </p:cNvSpPr>
            <p:nvPr userDrawn="1"/>
          </p:nvSpPr>
          <p:spPr bwMode="auto">
            <a:xfrm flipV="1">
              <a:off x="4642867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9" name="Oval 909"/>
            <p:cNvSpPr>
              <a:spLocks noChangeArrowheads="1"/>
            </p:cNvSpPr>
            <p:nvPr userDrawn="1"/>
          </p:nvSpPr>
          <p:spPr bwMode="auto">
            <a:xfrm flipV="1">
              <a:off x="4750926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0" name="Oval 910"/>
            <p:cNvSpPr>
              <a:spLocks noChangeArrowheads="1"/>
            </p:cNvSpPr>
            <p:nvPr userDrawn="1"/>
          </p:nvSpPr>
          <p:spPr bwMode="auto">
            <a:xfrm flipV="1">
              <a:off x="4858018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1" name="Oval 911"/>
            <p:cNvSpPr>
              <a:spLocks noChangeArrowheads="1"/>
            </p:cNvSpPr>
            <p:nvPr userDrawn="1"/>
          </p:nvSpPr>
          <p:spPr bwMode="auto">
            <a:xfrm flipV="1">
              <a:off x="4967042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2" name="Oval 912"/>
            <p:cNvSpPr>
              <a:spLocks noChangeArrowheads="1"/>
            </p:cNvSpPr>
            <p:nvPr userDrawn="1"/>
          </p:nvSpPr>
          <p:spPr bwMode="auto">
            <a:xfrm flipV="1">
              <a:off x="5074131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3" name="Oval 913"/>
            <p:cNvSpPr>
              <a:spLocks noChangeArrowheads="1"/>
            </p:cNvSpPr>
            <p:nvPr userDrawn="1"/>
          </p:nvSpPr>
          <p:spPr bwMode="auto">
            <a:xfrm flipV="1">
              <a:off x="5182188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1" name="Oval 870"/>
            <p:cNvSpPr>
              <a:spLocks noChangeArrowheads="1"/>
            </p:cNvSpPr>
            <p:nvPr userDrawn="1"/>
          </p:nvSpPr>
          <p:spPr bwMode="auto">
            <a:xfrm flipV="1">
              <a:off x="4319658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2" name="Oval 871"/>
            <p:cNvSpPr>
              <a:spLocks noChangeArrowheads="1"/>
            </p:cNvSpPr>
            <p:nvPr userDrawn="1"/>
          </p:nvSpPr>
          <p:spPr bwMode="auto">
            <a:xfrm flipV="1">
              <a:off x="4426751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3" name="Oval 872"/>
            <p:cNvSpPr>
              <a:spLocks noChangeArrowheads="1"/>
            </p:cNvSpPr>
            <p:nvPr userDrawn="1"/>
          </p:nvSpPr>
          <p:spPr bwMode="auto">
            <a:xfrm flipV="1">
              <a:off x="4533843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4" name="Oval 873"/>
            <p:cNvSpPr>
              <a:spLocks noChangeArrowheads="1"/>
            </p:cNvSpPr>
            <p:nvPr userDrawn="1"/>
          </p:nvSpPr>
          <p:spPr bwMode="auto">
            <a:xfrm flipV="1">
              <a:off x="4642865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5" name="Oval 874"/>
            <p:cNvSpPr>
              <a:spLocks noChangeArrowheads="1"/>
            </p:cNvSpPr>
            <p:nvPr userDrawn="1"/>
          </p:nvSpPr>
          <p:spPr bwMode="auto">
            <a:xfrm flipV="1">
              <a:off x="4750923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6" name="Oval 875"/>
            <p:cNvSpPr>
              <a:spLocks noChangeArrowheads="1"/>
            </p:cNvSpPr>
            <p:nvPr userDrawn="1"/>
          </p:nvSpPr>
          <p:spPr bwMode="auto">
            <a:xfrm flipV="1">
              <a:off x="4858015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7" name="Oval 876"/>
            <p:cNvSpPr>
              <a:spLocks noChangeArrowheads="1"/>
            </p:cNvSpPr>
            <p:nvPr userDrawn="1"/>
          </p:nvSpPr>
          <p:spPr bwMode="auto">
            <a:xfrm flipV="1">
              <a:off x="4967038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8" name="Oval 877"/>
            <p:cNvSpPr>
              <a:spLocks noChangeArrowheads="1"/>
            </p:cNvSpPr>
            <p:nvPr userDrawn="1"/>
          </p:nvSpPr>
          <p:spPr bwMode="auto">
            <a:xfrm flipV="1">
              <a:off x="5074129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9" name="Oval 878"/>
            <p:cNvSpPr>
              <a:spLocks noChangeArrowheads="1"/>
            </p:cNvSpPr>
            <p:nvPr userDrawn="1"/>
          </p:nvSpPr>
          <p:spPr bwMode="auto">
            <a:xfrm flipV="1">
              <a:off x="5182187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6" name="Oval 905"/>
            <p:cNvSpPr>
              <a:spLocks noChangeArrowheads="1"/>
            </p:cNvSpPr>
            <p:nvPr userDrawn="1"/>
          </p:nvSpPr>
          <p:spPr bwMode="auto">
            <a:xfrm flipV="1">
              <a:off x="4319659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7" name="Oval 906"/>
            <p:cNvSpPr>
              <a:spLocks noChangeArrowheads="1"/>
            </p:cNvSpPr>
            <p:nvPr userDrawn="1"/>
          </p:nvSpPr>
          <p:spPr bwMode="auto">
            <a:xfrm flipV="1">
              <a:off x="4426753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8" name="Oval 907"/>
            <p:cNvSpPr>
              <a:spLocks noChangeArrowheads="1"/>
            </p:cNvSpPr>
            <p:nvPr userDrawn="1"/>
          </p:nvSpPr>
          <p:spPr bwMode="auto">
            <a:xfrm flipV="1">
              <a:off x="4533845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9" name="Oval 908"/>
            <p:cNvSpPr>
              <a:spLocks noChangeArrowheads="1"/>
            </p:cNvSpPr>
            <p:nvPr userDrawn="1"/>
          </p:nvSpPr>
          <p:spPr bwMode="auto">
            <a:xfrm flipV="1">
              <a:off x="4642867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0" name="Oval 909"/>
            <p:cNvSpPr>
              <a:spLocks noChangeArrowheads="1"/>
            </p:cNvSpPr>
            <p:nvPr userDrawn="1"/>
          </p:nvSpPr>
          <p:spPr bwMode="auto">
            <a:xfrm flipV="1">
              <a:off x="4750926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1" name="Oval 910"/>
            <p:cNvSpPr>
              <a:spLocks noChangeArrowheads="1"/>
            </p:cNvSpPr>
            <p:nvPr userDrawn="1"/>
          </p:nvSpPr>
          <p:spPr bwMode="auto">
            <a:xfrm flipV="1">
              <a:off x="4858018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2" name="Oval 911"/>
            <p:cNvSpPr>
              <a:spLocks noChangeArrowheads="1"/>
            </p:cNvSpPr>
            <p:nvPr userDrawn="1"/>
          </p:nvSpPr>
          <p:spPr bwMode="auto">
            <a:xfrm flipV="1">
              <a:off x="4967042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3" name="Oval 912"/>
            <p:cNvSpPr>
              <a:spLocks noChangeArrowheads="1"/>
            </p:cNvSpPr>
            <p:nvPr userDrawn="1"/>
          </p:nvSpPr>
          <p:spPr bwMode="auto">
            <a:xfrm flipV="1">
              <a:off x="5074131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4" name="Oval 913"/>
            <p:cNvSpPr>
              <a:spLocks noChangeArrowheads="1"/>
            </p:cNvSpPr>
            <p:nvPr userDrawn="1"/>
          </p:nvSpPr>
          <p:spPr bwMode="auto">
            <a:xfrm flipV="1">
              <a:off x="5182188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2" name="Oval 870"/>
            <p:cNvSpPr>
              <a:spLocks noChangeArrowheads="1"/>
            </p:cNvSpPr>
            <p:nvPr userDrawn="1"/>
          </p:nvSpPr>
          <p:spPr bwMode="auto">
            <a:xfrm flipV="1">
              <a:off x="4319658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3" name="Oval 871"/>
            <p:cNvSpPr>
              <a:spLocks noChangeArrowheads="1"/>
            </p:cNvSpPr>
            <p:nvPr userDrawn="1"/>
          </p:nvSpPr>
          <p:spPr bwMode="auto">
            <a:xfrm flipV="1">
              <a:off x="4426751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4" name="Oval 872"/>
            <p:cNvSpPr>
              <a:spLocks noChangeArrowheads="1"/>
            </p:cNvSpPr>
            <p:nvPr userDrawn="1"/>
          </p:nvSpPr>
          <p:spPr bwMode="auto">
            <a:xfrm flipV="1">
              <a:off x="4533843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5" name="Oval 873"/>
            <p:cNvSpPr>
              <a:spLocks noChangeArrowheads="1"/>
            </p:cNvSpPr>
            <p:nvPr userDrawn="1"/>
          </p:nvSpPr>
          <p:spPr bwMode="auto">
            <a:xfrm flipV="1">
              <a:off x="4642865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6" name="Oval 874"/>
            <p:cNvSpPr>
              <a:spLocks noChangeArrowheads="1"/>
            </p:cNvSpPr>
            <p:nvPr userDrawn="1"/>
          </p:nvSpPr>
          <p:spPr bwMode="auto">
            <a:xfrm flipV="1">
              <a:off x="4750923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7" name="Oval 875"/>
            <p:cNvSpPr>
              <a:spLocks noChangeArrowheads="1"/>
            </p:cNvSpPr>
            <p:nvPr userDrawn="1"/>
          </p:nvSpPr>
          <p:spPr bwMode="auto">
            <a:xfrm flipV="1">
              <a:off x="4858015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8" name="Oval 876"/>
            <p:cNvSpPr>
              <a:spLocks noChangeArrowheads="1"/>
            </p:cNvSpPr>
            <p:nvPr userDrawn="1"/>
          </p:nvSpPr>
          <p:spPr bwMode="auto">
            <a:xfrm flipV="1">
              <a:off x="4967038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9" name="Oval 877"/>
            <p:cNvSpPr>
              <a:spLocks noChangeArrowheads="1"/>
            </p:cNvSpPr>
            <p:nvPr userDrawn="1"/>
          </p:nvSpPr>
          <p:spPr bwMode="auto">
            <a:xfrm flipV="1">
              <a:off x="5074129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80" name="Oval 878"/>
            <p:cNvSpPr>
              <a:spLocks noChangeArrowheads="1"/>
            </p:cNvSpPr>
            <p:nvPr userDrawn="1"/>
          </p:nvSpPr>
          <p:spPr bwMode="auto">
            <a:xfrm flipV="1">
              <a:off x="5182187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7" name="Oval 905"/>
            <p:cNvSpPr>
              <a:spLocks noChangeArrowheads="1"/>
            </p:cNvSpPr>
            <p:nvPr userDrawn="1"/>
          </p:nvSpPr>
          <p:spPr bwMode="auto">
            <a:xfrm flipV="1">
              <a:off x="4319659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8" name="Oval 906"/>
            <p:cNvSpPr>
              <a:spLocks noChangeArrowheads="1"/>
            </p:cNvSpPr>
            <p:nvPr userDrawn="1"/>
          </p:nvSpPr>
          <p:spPr bwMode="auto">
            <a:xfrm flipV="1">
              <a:off x="4426753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9" name="Oval 907"/>
            <p:cNvSpPr>
              <a:spLocks noChangeArrowheads="1"/>
            </p:cNvSpPr>
            <p:nvPr userDrawn="1"/>
          </p:nvSpPr>
          <p:spPr bwMode="auto">
            <a:xfrm flipV="1">
              <a:off x="4533845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0" name="Oval 908"/>
            <p:cNvSpPr>
              <a:spLocks noChangeArrowheads="1"/>
            </p:cNvSpPr>
            <p:nvPr userDrawn="1"/>
          </p:nvSpPr>
          <p:spPr bwMode="auto">
            <a:xfrm flipV="1">
              <a:off x="4642867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1" name="Oval 909"/>
            <p:cNvSpPr>
              <a:spLocks noChangeArrowheads="1"/>
            </p:cNvSpPr>
            <p:nvPr userDrawn="1"/>
          </p:nvSpPr>
          <p:spPr bwMode="auto">
            <a:xfrm flipV="1">
              <a:off x="4750926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2" name="Oval 910"/>
            <p:cNvSpPr>
              <a:spLocks noChangeArrowheads="1"/>
            </p:cNvSpPr>
            <p:nvPr userDrawn="1"/>
          </p:nvSpPr>
          <p:spPr bwMode="auto">
            <a:xfrm flipV="1">
              <a:off x="4858018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3" name="Oval 911"/>
            <p:cNvSpPr>
              <a:spLocks noChangeArrowheads="1"/>
            </p:cNvSpPr>
            <p:nvPr userDrawn="1"/>
          </p:nvSpPr>
          <p:spPr bwMode="auto">
            <a:xfrm flipV="1">
              <a:off x="4967042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4" name="Oval 912"/>
            <p:cNvSpPr>
              <a:spLocks noChangeArrowheads="1"/>
            </p:cNvSpPr>
            <p:nvPr userDrawn="1"/>
          </p:nvSpPr>
          <p:spPr bwMode="auto">
            <a:xfrm flipV="1">
              <a:off x="5074131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5" name="Oval 913"/>
            <p:cNvSpPr>
              <a:spLocks noChangeArrowheads="1"/>
            </p:cNvSpPr>
            <p:nvPr userDrawn="1"/>
          </p:nvSpPr>
          <p:spPr bwMode="auto">
            <a:xfrm flipV="1">
              <a:off x="5182188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3" name="Oval 905"/>
            <p:cNvSpPr>
              <a:spLocks noChangeArrowheads="1"/>
            </p:cNvSpPr>
            <p:nvPr userDrawn="1"/>
          </p:nvSpPr>
          <p:spPr bwMode="auto">
            <a:xfrm flipV="1">
              <a:off x="4319658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4" name="Oval 906"/>
            <p:cNvSpPr>
              <a:spLocks noChangeArrowheads="1"/>
            </p:cNvSpPr>
            <p:nvPr userDrawn="1"/>
          </p:nvSpPr>
          <p:spPr bwMode="auto">
            <a:xfrm flipV="1">
              <a:off x="4426751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5" name="Oval 907"/>
            <p:cNvSpPr>
              <a:spLocks noChangeArrowheads="1"/>
            </p:cNvSpPr>
            <p:nvPr userDrawn="1"/>
          </p:nvSpPr>
          <p:spPr bwMode="auto">
            <a:xfrm flipV="1">
              <a:off x="4533843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6" name="Oval 908"/>
            <p:cNvSpPr>
              <a:spLocks noChangeArrowheads="1"/>
            </p:cNvSpPr>
            <p:nvPr userDrawn="1"/>
          </p:nvSpPr>
          <p:spPr bwMode="auto">
            <a:xfrm flipV="1">
              <a:off x="4642865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7" name="Oval 909"/>
            <p:cNvSpPr>
              <a:spLocks noChangeArrowheads="1"/>
            </p:cNvSpPr>
            <p:nvPr userDrawn="1"/>
          </p:nvSpPr>
          <p:spPr bwMode="auto">
            <a:xfrm flipV="1">
              <a:off x="4750923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8" name="Oval 910"/>
            <p:cNvSpPr>
              <a:spLocks noChangeArrowheads="1"/>
            </p:cNvSpPr>
            <p:nvPr userDrawn="1"/>
          </p:nvSpPr>
          <p:spPr bwMode="auto">
            <a:xfrm flipV="1">
              <a:off x="4858015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9" name="Oval 911"/>
            <p:cNvSpPr>
              <a:spLocks noChangeArrowheads="1"/>
            </p:cNvSpPr>
            <p:nvPr userDrawn="1"/>
          </p:nvSpPr>
          <p:spPr bwMode="auto">
            <a:xfrm flipV="1">
              <a:off x="4967037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50" name="Oval 912"/>
            <p:cNvSpPr>
              <a:spLocks noChangeArrowheads="1"/>
            </p:cNvSpPr>
            <p:nvPr userDrawn="1"/>
          </p:nvSpPr>
          <p:spPr bwMode="auto">
            <a:xfrm flipV="1">
              <a:off x="5074129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51" name="Oval 913"/>
            <p:cNvSpPr>
              <a:spLocks noChangeArrowheads="1"/>
            </p:cNvSpPr>
            <p:nvPr userDrawn="1"/>
          </p:nvSpPr>
          <p:spPr bwMode="auto">
            <a:xfrm flipV="1">
              <a:off x="5182186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sp>
        <p:nvSpPr>
          <p:cNvPr id="7" name="Freeform 5"/>
          <p:cNvSpPr>
            <a:spLocks/>
          </p:cNvSpPr>
          <p:nvPr userDrawn="1"/>
        </p:nvSpPr>
        <p:spPr bwMode="auto">
          <a:xfrm>
            <a:off x="3393064" y="938302"/>
            <a:ext cx="3128513" cy="2387043"/>
          </a:xfrm>
          <a:custGeom>
            <a:avLst/>
            <a:gdLst>
              <a:gd name="T0" fmla="*/ 218 w 404"/>
              <a:gd name="T1" fmla="*/ 0 h 411"/>
              <a:gd name="T2" fmla="*/ 7 w 404"/>
              <a:gd name="T3" fmla="*/ 169 h 411"/>
              <a:gd name="T4" fmla="*/ 0 w 404"/>
              <a:gd name="T5" fmla="*/ 328 h 411"/>
              <a:gd name="T6" fmla="*/ 244 w 404"/>
              <a:gd name="T7" fmla="*/ 411 h 411"/>
              <a:gd name="T8" fmla="*/ 404 w 404"/>
              <a:gd name="T9" fmla="*/ 234 h 411"/>
              <a:gd name="T10" fmla="*/ 218 w 404"/>
              <a:gd name="T11" fmla="*/ 0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4" h="411">
                <a:moveTo>
                  <a:pt x="218" y="0"/>
                </a:moveTo>
                <a:lnTo>
                  <a:pt x="7" y="169"/>
                </a:lnTo>
                <a:lnTo>
                  <a:pt x="0" y="328"/>
                </a:lnTo>
                <a:lnTo>
                  <a:pt x="244" y="411"/>
                </a:lnTo>
                <a:lnTo>
                  <a:pt x="404" y="234"/>
                </a:lnTo>
                <a:lnTo>
                  <a:pt x="21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2188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5511806" y="3166133"/>
            <a:ext cx="6019801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/>
              <a:t>TITRE DE CHAPITRE SUR 1 OU 2 LIGNES</a:t>
            </a:r>
          </a:p>
        </p:txBody>
      </p:sp>
      <p:sp>
        <p:nvSpPr>
          <p:cNvPr id="2189" name="Espace réservé du texte 3"/>
          <p:cNvSpPr>
            <a:spLocks noGrp="1"/>
          </p:cNvSpPr>
          <p:nvPr>
            <p:ph type="body" sz="quarter" idx="13" hasCustomPrompt="1"/>
          </p:nvPr>
        </p:nvSpPr>
        <p:spPr>
          <a:xfrm>
            <a:off x="5487786" y="4406602"/>
            <a:ext cx="6043823" cy="283819"/>
          </a:xfrm>
        </p:spPr>
        <p:txBody>
          <a:bodyPr>
            <a:noAutofit/>
          </a:bodyPr>
          <a:lstStyle>
            <a:lvl1pPr marL="0" indent="0">
              <a:buNone/>
              <a:defRPr sz="16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Sous-titre sur 1 ou 2 lignes</a:t>
            </a:r>
          </a:p>
        </p:txBody>
      </p:sp>
      <p:sp>
        <p:nvSpPr>
          <p:cNvPr id="2191" name="Espace réservé du texte 3"/>
          <p:cNvSpPr>
            <a:spLocks noGrp="1"/>
          </p:cNvSpPr>
          <p:nvPr>
            <p:ph type="body" sz="quarter" idx="14" hasCustomPrompt="1"/>
          </p:nvPr>
        </p:nvSpPr>
        <p:spPr>
          <a:xfrm>
            <a:off x="3572253" y="1899835"/>
            <a:ext cx="2517083" cy="690414"/>
          </a:xfrm>
        </p:spPr>
        <p:txBody>
          <a:bodyPr anchor="ctr">
            <a:noAutofit/>
          </a:bodyPr>
          <a:lstStyle>
            <a:lvl1pPr marL="0" indent="0" algn="ctr">
              <a:buNone/>
              <a:defRPr sz="9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16/01/2025</a:t>
            </a:r>
          </a:p>
        </p:txBody>
      </p:sp>
      <p:sp>
        <p:nvSpPr>
          <p:cNvPr id="3426" name="Espace réservé du pied de page 3425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427" name="Espace réservé du numéro de diapositive 342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11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16/01/2025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10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19" y="1056445"/>
            <a:ext cx="11111932" cy="5050669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16/01/2025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02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26" y="1056445"/>
            <a:ext cx="5133519" cy="5050669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4"/>
          </p:nvPr>
        </p:nvSpPr>
        <p:spPr>
          <a:xfrm>
            <a:off x="6049441" y="1655774"/>
            <a:ext cx="5441951" cy="325278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16/01/2025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16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+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19" y="1056443"/>
            <a:ext cx="11111932" cy="152483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16/01/2025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58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+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10" name="Espace réservé pour une image  5"/>
          <p:cNvSpPr>
            <a:spLocks noGrp="1"/>
          </p:cNvSpPr>
          <p:nvPr>
            <p:ph type="pic" sz="quarter" idx="14"/>
          </p:nvPr>
        </p:nvSpPr>
        <p:spPr>
          <a:xfrm>
            <a:off x="607490" y="1056448"/>
            <a:ext cx="11087367" cy="491255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16/01/2025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14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16/01/2025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50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AB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16/01/2025</a:t>
            </a: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6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464235" y="3301560"/>
            <a:ext cx="11111932" cy="2884267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41194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_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Rectangle 1322"/>
          <p:cNvSpPr/>
          <p:nvPr userDrawn="1"/>
        </p:nvSpPr>
        <p:spPr>
          <a:xfrm>
            <a:off x="4792337" y="710996"/>
            <a:ext cx="5513560" cy="5766004"/>
          </a:xfrm>
          <a:custGeom>
            <a:avLst/>
            <a:gdLst>
              <a:gd name="connsiteX0" fmla="*/ 0 w 4163745"/>
              <a:gd name="connsiteY0" fmla="*/ 0 h 5613604"/>
              <a:gd name="connsiteX1" fmla="*/ 4163745 w 4163745"/>
              <a:gd name="connsiteY1" fmla="*/ 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3268395 w 4163745"/>
              <a:gd name="connsiteY1" fmla="*/ 600075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0 w 4163745"/>
              <a:gd name="connsiteY4" fmla="*/ 5613604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762000 w 4163745"/>
              <a:gd name="connsiteY4" fmla="*/ 2994229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19050 w 4163745"/>
              <a:gd name="connsiteY4" fmla="*/ 4842079 h 5613604"/>
              <a:gd name="connsiteX5" fmla="*/ 0 w 4163745"/>
              <a:gd name="connsiteY5" fmla="*/ 0 h 5613604"/>
              <a:gd name="connsiteX0" fmla="*/ 0 w 4163745"/>
              <a:gd name="connsiteY0" fmla="*/ 0 h 5766004"/>
              <a:gd name="connsiteX1" fmla="*/ 4011345 w 4163745"/>
              <a:gd name="connsiteY1" fmla="*/ 228600 h 5766004"/>
              <a:gd name="connsiteX2" fmla="*/ 4163745 w 4163745"/>
              <a:gd name="connsiteY2" fmla="*/ 5613604 h 5766004"/>
              <a:gd name="connsiteX3" fmla="*/ 1492098 w 4163745"/>
              <a:gd name="connsiteY3" fmla="*/ 5766004 h 5766004"/>
              <a:gd name="connsiteX4" fmla="*/ 19050 w 4163745"/>
              <a:gd name="connsiteY4" fmla="*/ 4842079 h 5766004"/>
              <a:gd name="connsiteX5" fmla="*/ 0 w 4163745"/>
              <a:gd name="connsiteY5" fmla="*/ 0 h 5766004"/>
              <a:gd name="connsiteX0" fmla="*/ 0 w 4011345"/>
              <a:gd name="connsiteY0" fmla="*/ 0 h 5766004"/>
              <a:gd name="connsiteX1" fmla="*/ 4011345 w 4011345"/>
              <a:gd name="connsiteY1" fmla="*/ 228600 h 5766004"/>
              <a:gd name="connsiteX2" fmla="*/ 3916095 w 4011345"/>
              <a:gd name="connsiteY2" fmla="*/ 4680154 h 5766004"/>
              <a:gd name="connsiteX3" fmla="*/ 1492098 w 4011345"/>
              <a:gd name="connsiteY3" fmla="*/ 5766004 h 5766004"/>
              <a:gd name="connsiteX4" fmla="*/ 19050 w 4011345"/>
              <a:gd name="connsiteY4" fmla="*/ 4842079 h 5766004"/>
              <a:gd name="connsiteX5" fmla="*/ 0 w 4011345"/>
              <a:gd name="connsiteY5" fmla="*/ 0 h 5766004"/>
              <a:gd name="connsiteX0" fmla="*/ 0 w 4135170"/>
              <a:gd name="connsiteY0" fmla="*/ 0 h 5766004"/>
              <a:gd name="connsiteX1" fmla="*/ 4011345 w 4135170"/>
              <a:gd name="connsiteY1" fmla="*/ 228600 h 5766004"/>
              <a:gd name="connsiteX2" fmla="*/ 4135170 w 4135170"/>
              <a:gd name="connsiteY2" fmla="*/ 5413579 h 5766004"/>
              <a:gd name="connsiteX3" fmla="*/ 1492098 w 4135170"/>
              <a:gd name="connsiteY3" fmla="*/ 5766004 h 5766004"/>
              <a:gd name="connsiteX4" fmla="*/ 19050 w 4135170"/>
              <a:gd name="connsiteY4" fmla="*/ 4842079 h 5766004"/>
              <a:gd name="connsiteX5" fmla="*/ 0 w 4135170"/>
              <a:gd name="connsiteY5" fmla="*/ 0 h 5766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35170" h="5766004">
                <a:moveTo>
                  <a:pt x="0" y="0"/>
                </a:moveTo>
                <a:lnTo>
                  <a:pt x="4011345" y="228600"/>
                </a:lnTo>
                <a:lnTo>
                  <a:pt x="4135170" y="5413579"/>
                </a:lnTo>
                <a:lnTo>
                  <a:pt x="1492098" y="5766004"/>
                </a:lnTo>
                <a:lnTo>
                  <a:pt x="19050" y="48420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grpSp>
        <p:nvGrpSpPr>
          <p:cNvPr id="7" name="Group 13"/>
          <p:cNvGrpSpPr>
            <a:grpSpLocks noChangeAspect="1"/>
          </p:cNvGrpSpPr>
          <p:nvPr userDrawn="1"/>
        </p:nvGrpSpPr>
        <p:grpSpPr bwMode="auto">
          <a:xfrm>
            <a:off x="1020356" y="550081"/>
            <a:ext cx="1214845" cy="1000649"/>
            <a:chOff x="2023" y="1221"/>
            <a:chExt cx="1710" cy="1878"/>
          </a:xfrm>
        </p:grpSpPr>
        <p:sp>
          <p:nvSpPr>
            <p:cNvPr id="8" name="Rectangle 14"/>
            <p:cNvSpPr>
              <a:spLocks noChangeArrowheads="1"/>
            </p:cNvSpPr>
            <p:nvPr userDrawn="1"/>
          </p:nvSpPr>
          <p:spPr bwMode="auto">
            <a:xfrm>
              <a:off x="2023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9" name="Freeform 15"/>
            <p:cNvSpPr>
              <a:spLocks/>
            </p:cNvSpPr>
            <p:nvPr userDrawn="1"/>
          </p:nvSpPr>
          <p:spPr bwMode="auto">
            <a:xfrm>
              <a:off x="2073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20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0" name="Freeform 16"/>
            <p:cNvSpPr>
              <a:spLocks/>
            </p:cNvSpPr>
            <p:nvPr userDrawn="1"/>
          </p:nvSpPr>
          <p:spPr bwMode="auto">
            <a:xfrm>
              <a:off x="2201" y="2206"/>
              <a:ext cx="88" cy="112"/>
            </a:xfrm>
            <a:custGeom>
              <a:avLst/>
              <a:gdLst>
                <a:gd name="T0" fmla="*/ 58 w 58"/>
                <a:gd name="T1" fmla="*/ 11 h 74"/>
                <a:gd name="T2" fmla="*/ 24 w 58"/>
                <a:gd name="T3" fmla="*/ 11 h 74"/>
                <a:gd name="T4" fmla="*/ 14 w 58"/>
                <a:gd name="T5" fmla="*/ 14 h 74"/>
                <a:gd name="T6" fmla="*/ 13 w 58"/>
                <a:gd name="T7" fmla="*/ 24 h 74"/>
                <a:gd name="T8" fmla="*/ 16 w 58"/>
                <a:gd name="T9" fmla="*/ 30 h 74"/>
                <a:gd name="T10" fmla="*/ 24 w 58"/>
                <a:gd name="T11" fmla="*/ 32 h 74"/>
                <a:gd name="T12" fmla="*/ 38 w 58"/>
                <a:gd name="T13" fmla="*/ 32 h 74"/>
                <a:gd name="T14" fmla="*/ 53 w 58"/>
                <a:gd name="T15" fmla="*/ 36 h 74"/>
                <a:gd name="T16" fmla="*/ 58 w 58"/>
                <a:gd name="T17" fmla="*/ 47 h 74"/>
                <a:gd name="T18" fmla="*/ 58 w 58"/>
                <a:gd name="T19" fmla="*/ 58 h 74"/>
                <a:gd name="T20" fmla="*/ 53 w 58"/>
                <a:gd name="T21" fmla="*/ 70 h 74"/>
                <a:gd name="T22" fmla="*/ 38 w 58"/>
                <a:gd name="T23" fmla="*/ 74 h 74"/>
                <a:gd name="T24" fmla="*/ 0 w 58"/>
                <a:gd name="T25" fmla="*/ 74 h 74"/>
                <a:gd name="T26" fmla="*/ 0 w 58"/>
                <a:gd name="T27" fmla="*/ 63 h 74"/>
                <a:gd name="T28" fmla="*/ 34 w 58"/>
                <a:gd name="T29" fmla="*/ 63 h 74"/>
                <a:gd name="T30" fmla="*/ 44 w 58"/>
                <a:gd name="T31" fmla="*/ 60 h 74"/>
                <a:gd name="T32" fmla="*/ 45 w 58"/>
                <a:gd name="T33" fmla="*/ 50 h 74"/>
                <a:gd name="T34" fmla="*/ 34 w 58"/>
                <a:gd name="T35" fmla="*/ 42 h 74"/>
                <a:gd name="T36" fmla="*/ 20 w 58"/>
                <a:gd name="T37" fmla="*/ 42 h 74"/>
                <a:gd name="T38" fmla="*/ 6 w 58"/>
                <a:gd name="T39" fmla="*/ 38 h 74"/>
                <a:gd name="T40" fmla="*/ 0 w 58"/>
                <a:gd name="T41" fmla="*/ 27 h 74"/>
                <a:gd name="T42" fmla="*/ 0 w 58"/>
                <a:gd name="T43" fmla="*/ 16 h 74"/>
                <a:gd name="T44" fmla="*/ 6 w 58"/>
                <a:gd name="T45" fmla="*/ 3 h 74"/>
                <a:gd name="T46" fmla="*/ 20 w 58"/>
                <a:gd name="T47" fmla="*/ 0 h 74"/>
                <a:gd name="T48" fmla="*/ 58 w 58"/>
                <a:gd name="T49" fmla="*/ 0 h 74"/>
                <a:gd name="T50" fmla="*/ 58 w 58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" h="74">
                  <a:moveTo>
                    <a:pt x="58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19" y="11"/>
                    <a:pt x="15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2"/>
                    <a:pt x="24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4" y="32"/>
                    <a:pt x="49" y="33"/>
                    <a:pt x="53" y="36"/>
                  </a:cubicBezTo>
                  <a:cubicBezTo>
                    <a:pt x="56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4"/>
                    <a:pt x="56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1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9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58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1" name="Freeform 17"/>
            <p:cNvSpPr>
              <a:spLocks/>
            </p:cNvSpPr>
            <p:nvPr userDrawn="1"/>
          </p:nvSpPr>
          <p:spPr bwMode="auto">
            <a:xfrm>
              <a:off x="231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2" name="Rectangle 18"/>
            <p:cNvSpPr>
              <a:spLocks noChangeArrowheads="1"/>
            </p:cNvSpPr>
            <p:nvPr userDrawn="1"/>
          </p:nvSpPr>
          <p:spPr bwMode="auto">
            <a:xfrm>
              <a:off x="2422" y="2206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3" name="Freeform 19"/>
            <p:cNvSpPr>
              <a:spLocks/>
            </p:cNvSpPr>
            <p:nvPr userDrawn="1"/>
          </p:nvSpPr>
          <p:spPr bwMode="auto">
            <a:xfrm>
              <a:off x="2464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3 w 87"/>
                <a:gd name="T3" fmla="*/ 17 h 112"/>
                <a:gd name="T4" fmla="*/ 53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3" y="17"/>
                  </a:lnTo>
                  <a:lnTo>
                    <a:pt x="53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4" name="Freeform 20"/>
            <p:cNvSpPr>
              <a:spLocks/>
            </p:cNvSpPr>
            <p:nvPr userDrawn="1"/>
          </p:nvSpPr>
          <p:spPr bwMode="auto">
            <a:xfrm>
              <a:off x="2572" y="2206"/>
              <a:ext cx="100" cy="112"/>
            </a:xfrm>
            <a:custGeom>
              <a:avLst/>
              <a:gdLst>
                <a:gd name="T0" fmla="*/ 66 w 66"/>
                <a:gd name="T1" fmla="*/ 56 h 74"/>
                <a:gd name="T2" fmla="*/ 65 w 66"/>
                <a:gd name="T3" fmla="*/ 63 h 74"/>
                <a:gd name="T4" fmla="*/ 60 w 66"/>
                <a:gd name="T5" fmla="*/ 70 h 74"/>
                <a:gd name="T6" fmla="*/ 52 w 66"/>
                <a:gd name="T7" fmla="*/ 74 h 74"/>
                <a:gd name="T8" fmla="*/ 43 w 66"/>
                <a:gd name="T9" fmla="*/ 74 h 74"/>
                <a:gd name="T10" fmla="*/ 23 w 66"/>
                <a:gd name="T11" fmla="*/ 74 h 74"/>
                <a:gd name="T12" fmla="*/ 14 w 66"/>
                <a:gd name="T13" fmla="*/ 74 h 74"/>
                <a:gd name="T14" fmla="*/ 6 w 66"/>
                <a:gd name="T15" fmla="*/ 70 h 74"/>
                <a:gd name="T16" fmla="*/ 1 w 66"/>
                <a:gd name="T17" fmla="*/ 63 h 74"/>
                <a:gd name="T18" fmla="*/ 0 w 66"/>
                <a:gd name="T19" fmla="*/ 56 h 74"/>
                <a:gd name="T20" fmla="*/ 0 w 66"/>
                <a:gd name="T21" fmla="*/ 0 h 74"/>
                <a:gd name="T22" fmla="*/ 14 w 66"/>
                <a:gd name="T23" fmla="*/ 0 h 74"/>
                <a:gd name="T24" fmla="*/ 14 w 66"/>
                <a:gd name="T25" fmla="*/ 54 h 74"/>
                <a:gd name="T26" fmla="*/ 16 w 66"/>
                <a:gd name="T27" fmla="*/ 61 h 74"/>
                <a:gd name="T28" fmla="*/ 26 w 66"/>
                <a:gd name="T29" fmla="*/ 63 h 74"/>
                <a:gd name="T30" fmla="*/ 40 w 66"/>
                <a:gd name="T31" fmla="*/ 63 h 74"/>
                <a:gd name="T32" fmla="*/ 50 w 66"/>
                <a:gd name="T33" fmla="*/ 61 h 74"/>
                <a:gd name="T34" fmla="*/ 53 w 66"/>
                <a:gd name="T35" fmla="*/ 54 h 74"/>
                <a:gd name="T36" fmla="*/ 53 w 66"/>
                <a:gd name="T37" fmla="*/ 0 h 74"/>
                <a:gd name="T38" fmla="*/ 66 w 66"/>
                <a:gd name="T39" fmla="*/ 0 h 74"/>
                <a:gd name="T40" fmla="*/ 66 w 66"/>
                <a:gd name="T41" fmla="*/ 5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74">
                  <a:moveTo>
                    <a:pt x="66" y="56"/>
                  </a:moveTo>
                  <a:cubicBezTo>
                    <a:pt x="66" y="59"/>
                    <a:pt x="65" y="62"/>
                    <a:pt x="65" y="63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8" y="72"/>
                    <a:pt x="55" y="73"/>
                    <a:pt x="52" y="74"/>
                  </a:cubicBezTo>
                  <a:cubicBezTo>
                    <a:pt x="51" y="74"/>
                    <a:pt x="48" y="74"/>
                    <a:pt x="4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4"/>
                    <a:pt x="16" y="74"/>
                    <a:pt x="14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4" y="60"/>
                    <a:pt x="16" y="61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5" y="63"/>
                    <a:pt x="48" y="63"/>
                    <a:pt x="50" y="61"/>
                  </a:cubicBezTo>
                  <a:cubicBezTo>
                    <a:pt x="52" y="60"/>
                    <a:pt x="53" y="58"/>
                    <a:pt x="53" y="5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5" name="Freeform 21"/>
            <p:cNvSpPr>
              <a:spLocks/>
            </p:cNvSpPr>
            <p:nvPr userDrawn="1"/>
          </p:nvSpPr>
          <p:spPr bwMode="auto">
            <a:xfrm>
              <a:off x="269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6" name="Freeform 22"/>
            <p:cNvSpPr>
              <a:spLocks/>
            </p:cNvSpPr>
            <p:nvPr userDrawn="1"/>
          </p:nvSpPr>
          <p:spPr bwMode="auto">
            <a:xfrm>
              <a:off x="2851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7" y="1"/>
                    <a:pt x="18" y="3"/>
                  </a:cubicBezTo>
                  <a:cubicBezTo>
                    <a:pt x="19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7" name="Freeform 23"/>
            <p:cNvSpPr>
              <a:spLocks noEditPoints="1"/>
            </p:cNvSpPr>
            <p:nvPr userDrawn="1"/>
          </p:nvSpPr>
          <p:spPr bwMode="auto">
            <a:xfrm>
              <a:off x="2970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45" y="0"/>
                    <a:pt x="49" y="3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8" name="Freeform 24"/>
            <p:cNvSpPr>
              <a:spLocks/>
            </p:cNvSpPr>
            <p:nvPr userDrawn="1"/>
          </p:nvSpPr>
          <p:spPr bwMode="auto">
            <a:xfrm>
              <a:off x="3091" y="2206"/>
              <a:ext cx="88" cy="112"/>
            </a:xfrm>
            <a:custGeom>
              <a:avLst/>
              <a:gdLst>
                <a:gd name="T0" fmla="*/ 88 w 88"/>
                <a:gd name="T1" fmla="*/ 17 h 112"/>
                <a:gd name="T2" fmla="*/ 54 w 88"/>
                <a:gd name="T3" fmla="*/ 17 h 112"/>
                <a:gd name="T4" fmla="*/ 54 w 88"/>
                <a:gd name="T5" fmla="*/ 112 h 112"/>
                <a:gd name="T6" fmla="*/ 35 w 88"/>
                <a:gd name="T7" fmla="*/ 112 h 112"/>
                <a:gd name="T8" fmla="*/ 35 w 88"/>
                <a:gd name="T9" fmla="*/ 17 h 112"/>
                <a:gd name="T10" fmla="*/ 0 w 88"/>
                <a:gd name="T11" fmla="*/ 17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5" y="112"/>
                  </a:lnTo>
                  <a:lnTo>
                    <a:pt x="3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9" name="Rectangle 25"/>
            <p:cNvSpPr>
              <a:spLocks noChangeArrowheads="1"/>
            </p:cNvSpPr>
            <p:nvPr userDrawn="1"/>
          </p:nvSpPr>
          <p:spPr bwMode="auto">
            <a:xfrm>
              <a:off x="3201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0" name="Freeform 26"/>
            <p:cNvSpPr>
              <a:spLocks noEditPoints="1"/>
            </p:cNvSpPr>
            <p:nvPr userDrawn="1"/>
          </p:nvSpPr>
          <p:spPr bwMode="auto">
            <a:xfrm>
              <a:off x="3251" y="2206"/>
              <a:ext cx="96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1 h 74"/>
                <a:gd name="T8" fmla="*/ 0 w 64"/>
                <a:gd name="T9" fmla="*/ 58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3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6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2 h 74"/>
                <a:gd name="T40" fmla="*/ 26 w 64"/>
                <a:gd name="T41" fmla="*/ 63 h 74"/>
                <a:gd name="T42" fmla="*/ 39 w 64"/>
                <a:gd name="T43" fmla="*/ 63 h 74"/>
                <a:gd name="T44" fmla="*/ 48 w 64"/>
                <a:gd name="T45" fmla="*/ 62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1"/>
                  </a:cubicBezTo>
                  <a:cubicBezTo>
                    <a:pt x="2" y="68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4" y="63"/>
                    <a:pt x="46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" name="Freeform 27"/>
            <p:cNvSpPr>
              <a:spLocks/>
            </p:cNvSpPr>
            <p:nvPr userDrawn="1"/>
          </p:nvSpPr>
          <p:spPr bwMode="auto">
            <a:xfrm>
              <a:off x="3379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2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19" y="3"/>
                    <a:pt x="20" y="5"/>
                    <a:pt x="22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" name="Freeform 28"/>
            <p:cNvSpPr>
              <a:spLocks noEditPoints="1"/>
            </p:cNvSpPr>
            <p:nvPr userDrawn="1"/>
          </p:nvSpPr>
          <p:spPr bwMode="auto">
            <a:xfrm>
              <a:off x="3498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7 h 74"/>
                <a:gd name="T14" fmla="*/ 40 w 80"/>
                <a:gd name="T15" fmla="*/ 0 h 74"/>
                <a:gd name="T16" fmla="*/ 50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3"/>
                    <a:pt x="35" y="0"/>
                    <a:pt x="40" y="0"/>
                  </a:cubicBezTo>
                  <a:cubicBezTo>
                    <a:pt x="45" y="0"/>
                    <a:pt x="48" y="3"/>
                    <a:pt x="50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" name="Freeform 29"/>
            <p:cNvSpPr>
              <a:spLocks/>
            </p:cNvSpPr>
            <p:nvPr userDrawn="1"/>
          </p:nvSpPr>
          <p:spPr bwMode="auto">
            <a:xfrm>
              <a:off x="3638" y="2206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6 w 59"/>
                <a:gd name="T15" fmla="*/ 62 h 74"/>
                <a:gd name="T16" fmla="*/ 27 w 59"/>
                <a:gd name="T17" fmla="*/ 64 h 74"/>
                <a:gd name="T18" fmla="*/ 59 w 59"/>
                <a:gd name="T19" fmla="*/ 64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8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2" y="64"/>
                    <a:pt x="27" y="64"/>
                  </a:cubicBezTo>
                  <a:cubicBezTo>
                    <a:pt x="59" y="64"/>
                    <a:pt x="59" y="64"/>
                    <a:pt x="59" y="64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" name="Freeform 30"/>
            <p:cNvSpPr>
              <a:spLocks noEditPoints="1"/>
            </p:cNvSpPr>
            <p:nvPr userDrawn="1"/>
          </p:nvSpPr>
          <p:spPr bwMode="auto">
            <a:xfrm>
              <a:off x="2023" y="2467"/>
              <a:ext cx="100" cy="112"/>
            </a:xfrm>
            <a:custGeom>
              <a:avLst/>
              <a:gdLst>
                <a:gd name="T0" fmla="*/ 66 w 66"/>
                <a:gd name="T1" fmla="*/ 57 h 74"/>
                <a:gd name="T2" fmla="*/ 60 w 66"/>
                <a:gd name="T3" fmla="*/ 69 h 74"/>
                <a:gd name="T4" fmla="*/ 46 w 66"/>
                <a:gd name="T5" fmla="*/ 74 h 74"/>
                <a:gd name="T6" fmla="*/ 0 w 66"/>
                <a:gd name="T7" fmla="*/ 74 h 74"/>
                <a:gd name="T8" fmla="*/ 0 w 66"/>
                <a:gd name="T9" fmla="*/ 0 h 74"/>
                <a:gd name="T10" fmla="*/ 46 w 66"/>
                <a:gd name="T11" fmla="*/ 0 h 74"/>
                <a:gd name="T12" fmla="*/ 66 w 66"/>
                <a:gd name="T13" fmla="*/ 16 h 74"/>
                <a:gd name="T14" fmla="*/ 66 w 66"/>
                <a:gd name="T15" fmla="*/ 57 h 74"/>
                <a:gd name="T16" fmla="*/ 52 w 66"/>
                <a:gd name="T17" fmla="*/ 53 h 74"/>
                <a:gd name="T18" fmla="*/ 52 w 66"/>
                <a:gd name="T19" fmla="*/ 19 h 74"/>
                <a:gd name="T20" fmla="*/ 42 w 66"/>
                <a:gd name="T21" fmla="*/ 10 h 74"/>
                <a:gd name="T22" fmla="*/ 13 w 66"/>
                <a:gd name="T23" fmla="*/ 10 h 74"/>
                <a:gd name="T24" fmla="*/ 13 w 66"/>
                <a:gd name="T25" fmla="*/ 63 h 74"/>
                <a:gd name="T26" fmla="*/ 42 w 66"/>
                <a:gd name="T27" fmla="*/ 63 h 74"/>
                <a:gd name="T28" fmla="*/ 52 w 66"/>
                <a:gd name="T29" fmla="*/ 5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" h="74">
                  <a:moveTo>
                    <a:pt x="66" y="57"/>
                  </a:moveTo>
                  <a:cubicBezTo>
                    <a:pt x="66" y="62"/>
                    <a:pt x="64" y="66"/>
                    <a:pt x="60" y="69"/>
                  </a:cubicBezTo>
                  <a:cubicBezTo>
                    <a:pt x="57" y="72"/>
                    <a:pt x="52" y="74"/>
                    <a:pt x="4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66" y="5"/>
                    <a:pt x="66" y="16"/>
                  </a:cubicBezTo>
                  <a:lnTo>
                    <a:pt x="66" y="57"/>
                  </a:lnTo>
                  <a:close/>
                  <a:moveTo>
                    <a:pt x="52" y="53"/>
                  </a:move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9" y="10"/>
                    <a:pt x="42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9" y="63"/>
                    <a:pt x="52" y="60"/>
                    <a:pt x="52" y="53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" name="Freeform 31"/>
            <p:cNvSpPr>
              <a:spLocks/>
            </p:cNvSpPr>
            <p:nvPr userDrawn="1"/>
          </p:nvSpPr>
          <p:spPr bwMode="auto">
            <a:xfrm>
              <a:off x="2155" y="2467"/>
              <a:ext cx="89" cy="112"/>
            </a:xfrm>
            <a:custGeom>
              <a:avLst/>
              <a:gdLst>
                <a:gd name="T0" fmla="*/ 56 w 59"/>
                <a:gd name="T1" fmla="*/ 42 h 74"/>
                <a:gd name="T2" fmla="*/ 13 w 59"/>
                <a:gd name="T3" fmla="*/ 42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" name="Freeform 32"/>
            <p:cNvSpPr>
              <a:spLocks/>
            </p:cNvSpPr>
            <p:nvPr userDrawn="1"/>
          </p:nvSpPr>
          <p:spPr bwMode="auto">
            <a:xfrm>
              <a:off x="2351" y="2467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7 w 59"/>
                <a:gd name="T15" fmla="*/ 61 h 74"/>
                <a:gd name="T16" fmla="*/ 27 w 59"/>
                <a:gd name="T17" fmla="*/ 63 h 74"/>
                <a:gd name="T18" fmla="*/ 59 w 59"/>
                <a:gd name="T19" fmla="*/ 63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7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7" y="61"/>
                  </a:cubicBezTo>
                  <a:cubicBezTo>
                    <a:pt x="18" y="63"/>
                    <a:pt x="22" y="63"/>
                    <a:pt x="27" y="63"/>
                  </a:cubicBezTo>
                  <a:cubicBezTo>
                    <a:pt x="59" y="63"/>
                    <a:pt x="59" y="63"/>
                    <a:pt x="59" y="63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" name="Freeform 33"/>
            <p:cNvSpPr>
              <a:spLocks/>
            </p:cNvSpPr>
            <p:nvPr userDrawn="1"/>
          </p:nvSpPr>
          <p:spPr bwMode="auto">
            <a:xfrm>
              <a:off x="2438" y="2450"/>
              <a:ext cx="20" cy="40"/>
            </a:xfrm>
            <a:custGeom>
              <a:avLst/>
              <a:gdLst>
                <a:gd name="T0" fmla="*/ 13 w 13"/>
                <a:gd name="T1" fmla="*/ 8 h 26"/>
                <a:gd name="T2" fmla="*/ 13 w 13"/>
                <a:gd name="T3" fmla="*/ 12 h 26"/>
                <a:gd name="T4" fmla="*/ 7 w 13"/>
                <a:gd name="T5" fmla="*/ 26 h 26"/>
                <a:gd name="T6" fmla="*/ 0 w 13"/>
                <a:gd name="T7" fmla="*/ 26 h 26"/>
                <a:gd name="T8" fmla="*/ 5 w 13"/>
                <a:gd name="T9" fmla="*/ 14 h 26"/>
                <a:gd name="T10" fmla="*/ 1 w 13"/>
                <a:gd name="T11" fmla="*/ 7 h 26"/>
                <a:gd name="T12" fmla="*/ 3 w 13"/>
                <a:gd name="T13" fmla="*/ 2 h 26"/>
                <a:gd name="T14" fmla="*/ 7 w 13"/>
                <a:gd name="T15" fmla="*/ 0 h 26"/>
                <a:gd name="T16" fmla="*/ 12 w 13"/>
                <a:gd name="T17" fmla="*/ 2 h 26"/>
                <a:gd name="T18" fmla="*/ 13 w 13"/>
                <a:gd name="T1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26">
                  <a:moveTo>
                    <a:pt x="13" y="8"/>
                  </a:moveTo>
                  <a:cubicBezTo>
                    <a:pt x="13" y="9"/>
                    <a:pt x="13" y="11"/>
                    <a:pt x="13" y="12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5" y="0"/>
                    <a:pt x="7" y="0"/>
                  </a:cubicBezTo>
                  <a:cubicBezTo>
                    <a:pt x="9" y="0"/>
                    <a:pt x="10" y="1"/>
                    <a:pt x="12" y="2"/>
                  </a:cubicBezTo>
                  <a:cubicBezTo>
                    <a:pt x="13" y="4"/>
                    <a:pt x="13" y="6"/>
                    <a:pt x="13" y="8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" name="Rectangle 34"/>
            <p:cNvSpPr>
              <a:spLocks noChangeArrowheads="1"/>
            </p:cNvSpPr>
            <p:nvPr userDrawn="1"/>
          </p:nvSpPr>
          <p:spPr bwMode="auto">
            <a:xfrm>
              <a:off x="2495" y="2467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" name="Freeform 35"/>
            <p:cNvSpPr>
              <a:spLocks/>
            </p:cNvSpPr>
            <p:nvPr userDrawn="1"/>
          </p:nvSpPr>
          <p:spPr bwMode="auto">
            <a:xfrm>
              <a:off x="2547" y="2467"/>
              <a:ext cx="99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2 h 75"/>
                <a:gd name="T22" fmla="*/ 23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4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20" y="3"/>
                    <a:pt x="21" y="5"/>
                    <a:pt x="23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" name="Freeform 36"/>
            <p:cNvSpPr>
              <a:spLocks/>
            </p:cNvSpPr>
            <p:nvPr userDrawn="1"/>
          </p:nvSpPr>
          <p:spPr bwMode="auto">
            <a:xfrm>
              <a:off x="2678" y="2467"/>
              <a:ext cx="90" cy="112"/>
            </a:xfrm>
            <a:custGeom>
              <a:avLst/>
              <a:gdLst>
                <a:gd name="T0" fmla="*/ 60 w 60"/>
                <a:gd name="T1" fmla="*/ 42 h 74"/>
                <a:gd name="T2" fmla="*/ 14 w 60"/>
                <a:gd name="T3" fmla="*/ 42 h 74"/>
                <a:gd name="T4" fmla="*/ 14 w 60"/>
                <a:gd name="T5" fmla="*/ 74 h 74"/>
                <a:gd name="T6" fmla="*/ 0 w 60"/>
                <a:gd name="T7" fmla="*/ 74 h 74"/>
                <a:gd name="T8" fmla="*/ 0 w 60"/>
                <a:gd name="T9" fmla="*/ 15 h 74"/>
                <a:gd name="T10" fmla="*/ 6 w 60"/>
                <a:gd name="T11" fmla="*/ 3 h 74"/>
                <a:gd name="T12" fmla="*/ 21 w 60"/>
                <a:gd name="T13" fmla="*/ 0 h 74"/>
                <a:gd name="T14" fmla="*/ 60 w 60"/>
                <a:gd name="T15" fmla="*/ 0 h 74"/>
                <a:gd name="T16" fmla="*/ 60 w 60"/>
                <a:gd name="T17" fmla="*/ 11 h 74"/>
                <a:gd name="T18" fmla="*/ 25 w 60"/>
                <a:gd name="T19" fmla="*/ 11 h 74"/>
                <a:gd name="T20" fmla="*/ 14 w 60"/>
                <a:gd name="T21" fmla="*/ 18 h 74"/>
                <a:gd name="T22" fmla="*/ 14 w 60"/>
                <a:gd name="T23" fmla="*/ 32 h 74"/>
                <a:gd name="T24" fmla="*/ 60 w 60"/>
                <a:gd name="T25" fmla="*/ 32 h 74"/>
                <a:gd name="T26" fmla="*/ 60 w 60"/>
                <a:gd name="T2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4">
                  <a:moveTo>
                    <a:pt x="60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2" y="6"/>
                    <a:pt x="6" y="3"/>
                  </a:cubicBezTo>
                  <a:cubicBezTo>
                    <a:pt x="10" y="1"/>
                    <a:pt x="15" y="0"/>
                    <a:pt x="2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4" y="13"/>
                    <a:pt x="14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" name="Freeform 37"/>
            <p:cNvSpPr>
              <a:spLocks noEditPoints="1"/>
            </p:cNvSpPr>
            <p:nvPr userDrawn="1"/>
          </p:nvSpPr>
          <p:spPr bwMode="auto">
            <a:xfrm>
              <a:off x="2803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" name="Freeform 38"/>
            <p:cNvSpPr>
              <a:spLocks/>
            </p:cNvSpPr>
            <p:nvPr userDrawn="1"/>
          </p:nvSpPr>
          <p:spPr bwMode="auto">
            <a:xfrm>
              <a:off x="2931" y="246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5 h 74"/>
                <a:gd name="T6" fmla="*/ 14 w 65"/>
                <a:gd name="T7" fmla="*/ 41 h 74"/>
                <a:gd name="T8" fmla="*/ 23 w 65"/>
                <a:gd name="T9" fmla="*/ 35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3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8" y="34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8" y="11"/>
                    <a:pt x="4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60" y="40"/>
                  </a:cubicBezTo>
                  <a:cubicBezTo>
                    <a:pt x="56" y="42"/>
                    <a:pt x="51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" name="Freeform 39"/>
            <p:cNvSpPr>
              <a:spLocks/>
            </p:cNvSpPr>
            <p:nvPr userDrawn="1"/>
          </p:nvSpPr>
          <p:spPr bwMode="auto">
            <a:xfrm>
              <a:off x="3058" y="2467"/>
              <a:ext cx="137" cy="115"/>
            </a:xfrm>
            <a:custGeom>
              <a:avLst/>
              <a:gdLst>
                <a:gd name="T0" fmla="*/ 91 w 91"/>
                <a:gd name="T1" fmla="*/ 74 h 76"/>
                <a:gd name="T2" fmla="*/ 79 w 91"/>
                <a:gd name="T3" fmla="*/ 74 h 76"/>
                <a:gd name="T4" fmla="*/ 79 w 91"/>
                <a:gd name="T5" fmla="*/ 16 h 76"/>
                <a:gd name="T6" fmla="*/ 55 w 91"/>
                <a:gd name="T7" fmla="*/ 68 h 76"/>
                <a:gd name="T8" fmla="*/ 46 w 91"/>
                <a:gd name="T9" fmla="*/ 76 h 76"/>
                <a:gd name="T10" fmla="*/ 40 w 91"/>
                <a:gd name="T11" fmla="*/ 73 h 76"/>
                <a:gd name="T12" fmla="*/ 37 w 91"/>
                <a:gd name="T13" fmla="*/ 68 h 76"/>
                <a:gd name="T14" fmla="*/ 13 w 91"/>
                <a:gd name="T15" fmla="*/ 16 h 76"/>
                <a:gd name="T16" fmla="*/ 13 w 91"/>
                <a:gd name="T17" fmla="*/ 74 h 76"/>
                <a:gd name="T18" fmla="*/ 0 w 91"/>
                <a:gd name="T19" fmla="*/ 74 h 76"/>
                <a:gd name="T20" fmla="*/ 0 w 91"/>
                <a:gd name="T21" fmla="*/ 10 h 76"/>
                <a:gd name="T22" fmla="*/ 3 w 91"/>
                <a:gd name="T23" fmla="*/ 3 h 76"/>
                <a:gd name="T24" fmla="*/ 12 w 91"/>
                <a:gd name="T25" fmla="*/ 0 h 76"/>
                <a:gd name="T26" fmla="*/ 23 w 91"/>
                <a:gd name="T27" fmla="*/ 7 h 76"/>
                <a:gd name="T28" fmla="*/ 46 w 91"/>
                <a:gd name="T29" fmla="*/ 59 h 76"/>
                <a:gd name="T30" fmla="*/ 69 w 91"/>
                <a:gd name="T31" fmla="*/ 7 h 76"/>
                <a:gd name="T32" fmla="*/ 80 w 91"/>
                <a:gd name="T33" fmla="*/ 0 h 76"/>
                <a:gd name="T34" fmla="*/ 89 w 91"/>
                <a:gd name="T35" fmla="*/ 3 h 76"/>
                <a:gd name="T36" fmla="*/ 91 w 91"/>
                <a:gd name="T37" fmla="*/ 10 h 76"/>
                <a:gd name="T38" fmla="*/ 91 w 91"/>
                <a:gd name="T3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76">
                  <a:moveTo>
                    <a:pt x="91" y="74"/>
                  </a:moveTo>
                  <a:cubicBezTo>
                    <a:pt x="79" y="74"/>
                    <a:pt x="79" y="74"/>
                    <a:pt x="79" y="7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3" y="73"/>
                    <a:pt x="50" y="76"/>
                    <a:pt x="46" y="76"/>
                  </a:cubicBezTo>
                  <a:cubicBezTo>
                    <a:pt x="43" y="76"/>
                    <a:pt x="41" y="75"/>
                    <a:pt x="40" y="73"/>
                  </a:cubicBezTo>
                  <a:cubicBezTo>
                    <a:pt x="39" y="72"/>
                    <a:pt x="38" y="71"/>
                    <a:pt x="37" y="6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1" y="2"/>
                    <a:pt x="23" y="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1" y="2"/>
                    <a:pt x="75" y="0"/>
                    <a:pt x="80" y="0"/>
                  </a:cubicBezTo>
                  <a:cubicBezTo>
                    <a:pt x="84" y="0"/>
                    <a:pt x="87" y="1"/>
                    <a:pt x="89" y="3"/>
                  </a:cubicBezTo>
                  <a:cubicBezTo>
                    <a:pt x="90" y="5"/>
                    <a:pt x="91" y="7"/>
                    <a:pt x="91" y="10"/>
                  </a:cubicBezTo>
                  <a:lnTo>
                    <a:pt x="91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" name="Freeform 40"/>
            <p:cNvSpPr>
              <a:spLocks noEditPoints="1"/>
            </p:cNvSpPr>
            <p:nvPr userDrawn="1"/>
          </p:nvSpPr>
          <p:spPr bwMode="auto">
            <a:xfrm>
              <a:off x="3216" y="2467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40 w 80"/>
                <a:gd name="T23" fmla="*/ 13 h 74"/>
                <a:gd name="T24" fmla="*/ 27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2"/>
                    <a:pt x="35" y="0"/>
                    <a:pt x="40" y="0"/>
                  </a:cubicBezTo>
                  <a:cubicBezTo>
                    <a:pt x="45" y="0"/>
                    <a:pt x="49" y="2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40" y="13"/>
                    <a:pt x="40" y="13"/>
                    <a:pt x="40" y="13"/>
                  </a:cubicBezTo>
                  <a:cubicBezTo>
                    <a:pt x="27" y="46"/>
                    <a:pt x="27" y="46"/>
                    <a:pt x="27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" name="Freeform 41"/>
            <p:cNvSpPr>
              <a:spLocks/>
            </p:cNvSpPr>
            <p:nvPr userDrawn="1"/>
          </p:nvSpPr>
          <p:spPr bwMode="auto">
            <a:xfrm>
              <a:off x="3338" y="2467"/>
              <a:ext cx="88" cy="112"/>
            </a:xfrm>
            <a:custGeom>
              <a:avLst/>
              <a:gdLst>
                <a:gd name="T0" fmla="*/ 88 w 88"/>
                <a:gd name="T1" fmla="*/ 15 h 112"/>
                <a:gd name="T2" fmla="*/ 55 w 88"/>
                <a:gd name="T3" fmla="*/ 15 h 112"/>
                <a:gd name="T4" fmla="*/ 55 w 88"/>
                <a:gd name="T5" fmla="*/ 112 h 112"/>
                <a:gd name="T6" fmla="*/ 35 w 88"/>
                <a:gd name="T7" fmla="*/ 112 h 112"/>
                <a:gd name="T8" fmla="*/ 35 w 88"/>
                <a:gd name="T9" fmla="*/ 15 h 112"/>
                <a:gd name="T10" fmla="*/ 0 w 88"/>
                <a:gd name="T11" fmla="*/ 15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5"/>
                  </a:moveTo>
                  <a:lnTo>
                    <a:pt x="55" y="15"/>
                  </a:lnTo>
                  <a:lnTo>
                    <a:pt x="55" y="112"/>
                  </a:lnTo>
                  <a:lnTo>
                    <a:pt x="35" y="112"/>
                  </a:lnTo>
                  <a:lnTo>
                    <a:pt x="3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" name="Rectangle 42"/>
            <p:cNvSpPr>
              <a:spLocks noChangeArrowheads="1"/>
            </p:cNvSpPr>
            <p:nvPr userDrawn="1"/>
          </p:nvSpPr>
          <p:spPr bwMode="auto">
            <a:xfrm>
              <a:off x="3448" y="2467"/>
              <a:ext cx="22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" name="Freeform 43"/>
            <p:cNvSpPr>
              <a:spLocks noEditPoints="1"/>
            </p:cNvSpPr>
            <p:nvPr userDrawn="1"/>
          </p:nvSpPr>
          <p:spPr bwMode="auto">
            <a:xfrm>
              <a:off x="3501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" name="Freeform 44"/>
            <p:cNvSpPr>
              <a:spLocks/>
            </p:cNvSpPr>
            <p:nvPr userDrawn="1"/>
          </p:nvSpPr>
          <p:spPr bwMode="auto">
            <a:xfrm>
              <a:off x="3629" y="2467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2 h 75"/>
                <a:gd name="T22" fmla="*/ 22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4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4" y="0"/>
                    <a:pt x="17" y="1"/>
                    <a:pt x="18" y="2"/>
                  </a:cubicBezTo>
                  <a:cubicBezTo>
                    <a:pt x="19" y="3"/>
                    <a:pt x="21" y="5"/>
                    <a:pt x="22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9" name="Freeform 45"/>
            <p:cNvSpPr>
              <a:spLocks/>
            </p:cNvSpPr>
            <p:nvPr userDrawn="1"/>
          </p:nvSpPr>
          <p:spPr bwMode="auto">
            <a:xfrm>
              <a:off x="2023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5 w 65"/>
                <a:gd name="T9" fmla="*/ 70 h 75"/>
                <a:gd name="T10" fmla="*/ 0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6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4 w 65"/>
                <a:gd name="T27" fmla="*/ 11 h 75"/>
                <a:gd name="T28" fmla="*/ 16 w 65"/>
                <a:gd name="T29" fmla="*/ 13 h 75"/>
                <a:gd name="T30" fmla="*/ 13 w 65"/>
                <a:gd name="T31" fmla="*/ 20 h 75"/>
                <a:gd name="T32" fmla="*/ 13 w 65"/>
                <a:gd name="T33" fmla="*/ 55 h 75"/>
                <a:gd name="T34" fmla="*/ 16 w 65"/>
                <a:gd name="T35" fmla="*/ 62 h 75"/>
                <a:gd name="T36" fmla="*/ 24 w 65"/>
                <a:gd name="T37" fmla="*/ 64 h 75"/>
                <a:gd name="T38" fmla="*/ 41 w 65"/>
                <a:gd name="T39" fmla="*/ 64 h 75"/>
                <a:gd name="T40" fmla="*/ 51 w 65"/>
                <a:gd name="T41" fmla="*/ 55 h 75"/>
                <a:gd name="T42" fmla="*/ 51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3" y="67"/>
                    <a:pt x="60" y="70"/>
                  </a:cubicBezTo>
                  <a:cubicBezTo>
                    <a:pt x="56" y="73"/>
                    <a:pt x="51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9" y="73"/>
                    <a:pt x="5" y="70"/>
                  </a:cubicBezTo>
                  <a:cubicBezTo>
                    <a:pt x="3" y="68"/>
                    <a:pt x="1" y="66"/>
                    <a:pt x="0" y="63"/>
                  </a:cubicBezTo>
                  <a:cubicBezTo>
                    <a:pt x="0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8"/>
                    <a:pt x="4" y="6"/>
                    <a:pt x="6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0" y="11"/>
                    <a:pt x="17" y="12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8"/>
                    <a:pt x="14" y="61"/>
                    <a:pt x="16" y="62"/>
                  </a:cubicBezTo>
                  <a:cubicBezTo>
                    <a:pt x="18" y="63"/>
                    <a:pt x="20" y="64"/>
                    <a:pt x="24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8" y="64"/>
                    <a:pt x="51" y="61"/>
                    <a:pt x="51" y="55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0" name="Freeform 46"/>
            <p:cNvSpPr>
              <a:spLocks noEditPoints="1"/>
            </p:cNvSpPr>
            <p:nvPr userDrawn="1"/>
          </p:nvSpPr>
          <p:spPr bwMode="auto">
            <a:xfrm>
              <a:off x="2179" y="2698"/>
              <a:ext cx="89" cy="142"/>
            </a:xfrm>
            <a:custGeom>
              <a:avLst/>
              <a:gdLst>
                <a:gd name="T0" fmla="*/ 59 w 59"/>
                <a:gd name="T1" fmla="*/ 94 h 94"/>
                <a:gd name="T2" fmla="*/ 21 w 59"/>
                <a:gd name="T3" fmla="*/ 94 h 94"/>
                <a:gd name="T4" fmla="*/ 6 w 59"/>
                <a:gd name="T5" fmla="*/ 90 h 94"/>
                <a:gd name="T6" fmla="*/ 0 w 59"/>
                <a:gd name="T7" fmla="*/ 78 h 94"/>
                <a:gd name="T8" fmla="*/ 0 w 59"/>
                <a:gd name="T9" fmla="*/ 36 h 94"/>
                <a:gd name="T10" fmla="*/ 5 w 59"/>
                <a:gd name="T11" fmla="*/ 24 h 94"/>
                <a:gd name="T12" fmla="*/ 20 w 59"/>
                <a:gd name="T13" fmla="*/ 19 h 94"/>
                <a:gd name="T14" fmla="*/ 59 w 59"/>
                <a:gd name="T15" fmla="*/ 19 h 94"/>
                <a:gd name="T16" fmla="*/ 59 w 59"/>
                <a:gd name="T17" fmla="*/ 30 h 94"/>
                <a:gd name="T18" fmla="*/ 24 w 59"/>
                <a:gd name="T19" fmla="*/ 30 h 94"/>
                <a:gd name="T20" fmla="*/ 13 w 59"/>
                <a:gd name="T21" fmla="*/ 39 h 94"/>
                <a:gd name="T22" fmla="*/ 13 w 59"/>
                <a:gd name="T23" fmla="*/ 51 h 94"/>
                <a:gd name="T24" fmla="*/ 59 w 59"/>
                <a:gd name="T25" fmla="*/ 51 h 94"/>
                <a:gd name="T26" fmla="*/ 59 w 59"/>
                <a:gd name="T27" fmla="*/ 62 h 94"/>
                <a:gd name="T28" fmla="*/ 13 w 59"/>
                <a:gd name="T29" fmla="*/ 62 h 94"/>
                <a:gd name="T30" fmla="*/ 13 w 59"/>
                <a:gd name="T31" fmla="*/ 74 h 94"/>
                <a:gd name="T32" fmla="*/ 24 w 59"/>
                <a:gd name="T33" fmla="*/ 83 h 94"/>
                <a:gd name="T34" fmla="*/ 59 w 59"/>
                <a:gd name="T35" fmla="*/ 83 h 94"/>
                <a:gd name="T36" fmla="*/ 59 w 59"/>
                <a:gd name="T37" fmla="*/ 94 h 94"/>
                <a:gd name="T38" fmla="*/ 44 w 59"/>
                <a:gd name="T39" fmla="*/ 0 h 94"/>
                <a:gd name="T40" fmla="*/ 34 w 59"/>
                <a:gd name="T41" fmla="*/ 13 h 94"/>
                <a:gd name="T42" fmla="*/ 24 w 59"/>
                <a:gd name="T43" fmla="*/ 13 h 94"/>
                <a:gd name="T44" fmla="*/ 33 w 59"/>
                <a:gd name="T45" fmla="*/ 0 h 94"/>
                <a:gd name="T46" fmla="*/ 44 w 59"/>
                <a:gd name="T4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4">
                  <a:moveTo>
                    <a:pt x="59" y="94"/>
                  </a:moveTo>
                  <a:cubicBezTo>
                    <a:pt x="21" y="94"/>
                    <a:pt x="21" y="94"/>
                    <a:pt x="21" y="94"/>
                  </a:cubicBezTo>
                  <a:cubicBezTo>
                    <a:pt x="14" y="94"/>
                    <a:pt x="9" y="92"/>
                    <a:pt x="6" y="90"/>
                  </a:cubicBezTo>
                  <a:cubicBezTo>
                    <a:pt x="2" y="87"/>
                    <a:pt x="0" y="83"/>
                    <a:pt x="0" y="7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1"/>
                    <a:pt x="1" y="27"/>
                    <a:pt x="5" y="24"/>
                  </a:cubicBezTo>
                  <a:cubicBezTo>
                    <a:pt x="8" y="21"/>
                    <a:pt x="13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7" y="30"/>
                    <a:pt x="13" y="33"/>
                    <a:pt x="13" y="39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3"/>
                    <a:pt x="24" y="83"/>
                  </a:cubicBezTo>
                  <a:cubicBezTo>
                    <a:pt x="59" y="83"/>
                    <a:pt x="59" y="83"/>
                    <a:pt x="59" y="83"/>
                  </a:cubicBezTo>
                  <a:lnTo>
                    <a:pt x="59" y="94"/>
                  </a:lnTo>
                  <a:close/>
                  <a:moveTo>
                    <a:pt x="44" y="0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1" name="Freeform 47"/>
            <p:cNvSpPr>
              <a:spLocks noEditPoints="1"/>
            </p:cNvSpPr>
            <p:nvPr userDrawn="1"/>
          </p:nvSpPr>
          <p:spPr bwMode="auto">
            <a:xfrm>
              <a:off x="2322" y="2726"/>
              <a:ext cx="97" cy="114"/>
            </a:xfrm>
            <a:custGeom>
              <a:avLst/>
              <a:gdLst>
                <a:gd name="T0" fmla="*/ 64 w 64"/>
                <a:gd name="T1" fmla="*/ 58 h 75"/>
                <a:gd name="T2" fmla="*/ 42 w 64"/>
                <a:gd name="T3" fmla="*/ 75 h 75"/>
                <a:gd name="T4" fmla="*/ 22 w 64"/>
                <a:gd name="T5" fmla="*/ 75 h 75"/>
                <a:gd name="T6" fmla="*/ 7 w 64"/>
                <a:gd name="T7" fmla="*/ 71 h 75"/>
                <a:gd name="T8" fmla="*/ 0 w 64"/>
                <a:gd name="T9" fmla="*/ 58 h 75"/>
                <a:gd name="T10" fmla="*/ 0 w 64"/>
                <a:gd name="T11" fmla="*/ 17 h 75"/>
                <a:gd name="T12" fmla="*/ 7 w 64"/>
                <a:gd name="T13" fmla="*/ 4 h 75"/>
                <a:gd name="T14" fmla="*/ 22 w 64"/>
                <a:gd name="T15" fmla="*/ 0 h 75"/>
                <a:gd name="T16" fmla="*/ 43 w 64"/>
                <a:gd name="T17" fmla="*/ 0 h 75"/>
                <a:gd name="T18" fmla="*/ 64 w 64"/>
                <a:gd name="T19" fmla="*/ 17 h 75"/>
                <a:gd name="T20" fmla="*/ 64 w 64"/>
                <a:gd name="T21" fmla="*/ 58 h 75"/>
                <a:gd name="T22" fmla="*/ 51 w 64"/>
                <a:gd name="T23" fmla="*/ 55 h 75"/>
                <a:gd name="T24" fmla="*/ 51 w 64"/>
                <a:gd name="T25" fmla="*/ 21 h 75"/>
                <a:gd name="T26" fmla="*/ 48 w 64"/>
                <a:gd name="T27" fmla="*/ 13 h 75"/>
                <a:gd name="T28" fmla="*/ 39 w 64"/>
                <a:gd name="T29" fmla="*/ 11 h 75"/>
                <a:gd name="T30" fmla="*/ 26 w 64"/>
                <a:gd name="T31" fmla="*/ 11 h 75"/>
                <a:gd name="T32" fmla="*/ 16 w 64"/>
                <a:gd name="T33" fmla="*/ 13 h 75"/>
                <a:gd name="T34" fmla="*/ 14 w 64"/>
                <a:gd name="T35" fmla="*/ 21 h 75"/>
                <a:gd name="T36" fmla="*/ 14 w 64"/>
                <a:gd name="T37" fmla="*/ 55 h 75"/>
                <a:gd name="T38" fmla="*/ 17 w 64"/>
                <a:gd name="T39" fmla="*/ 62 h 75"/>
                <a:gd name="T40" fmla="*/ 26 w 64"/>
                <a:gd name="T41" fmla="*/ 64 h 75"/>
                <a:gd name="T42" fmla="*/ 39 w 64"/>
                <a:gd name="T43" fmla="*/ 64 h 75"/>
                <a:gd name="T44" fmla="*/ 48 w 64"/>
                <a:gd name="T45" fmla="*/ 62 h 75"/>
                <a:gd name="T46" fmla="*/ 51 w 64"/>
                <a:gd name="T4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5">
                  <a:moveTo>
                    <a:pt x="64" y="58"/>
                  </a:moveTo>
                  <a:cubicBezTo>
                    <a:pt x="64" y="69"/>
                    <a:pt x="57" y="75"/>
                    <a:pt x="4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7" y="71"/>
                  </a:cubicBezTo>
                  <a:cubicBezTo>
                    <a:pt x="3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8"/>
                  </a:lnTo>
                  <a:close/>
                  <a:moveTo>
                    <a:pt x="51" y="55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17"/>
                    <a:pt x="50" y="15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5"/>
                    <a:pt x="14" y="17"/>
                    <a:pt x="14" y="21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2" name="Freeform 48"/>
            <p:cNvSpPr>
              <a:spLocks/>
            </p:cNvSpPr>
            <p:nvPr userDrawn="1"/>
          </p:nvSpPr>
          <p:spPr bwMode="auto">
            <a:xfrm>
              <a:off x="2476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6 w 65"/>
                <a:gd name="T9" fmla="*/ 70 h 75"/>
                <a:gd name="T10" fmla="*/ 1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7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5 w 65"/>
                <a:gd name="T27" fmla="*/ 11 h 75"/>
                <a:gd name="T28" fmla="*/ 16 w 65"/>
                <a:gd name="T29" fmla="*/ 13 h 75"/>
                <a:gd name="T30" fmla="*/ 14 w 65"/>
                <a:gd name="T31" fmla="*/ 20 h 75"/>
                <a:gd name="T32" fmla="*/ 14 w 65"/>
                <a:gd name="T33" fmla="*/ 55 h 75"/>
                <a:gd name="T34" fmla="*/ 17 w 65"/>
                <a:gd name="T35" fmla="*/ 62 h 75"/>
                <a:gd name="T36" fmla="*/ 25 w 65"/>
                <a:gd name="T37" fmla="*/ 64 h 75"/>
                <a:gd name="T38" fmla="*/ 42 w 65"/>
                <a:gd name="T39" fmla="*/ 64 h 75"/>
                <a:gd name="T40" fmla="*/ 52 w 65"/>
                <a:gd name="T41" fmla="*/ 55 h 75"/>
                <a:gd name="T42" fmla="*/ 52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4" y="67"/>
                    <a:pt x="60" y="70"/>
                  </a:cubicBezTo>
                  <a:cubicBezTo>
                    <a:pt x="57" y="73"/>
                    <a:pt x="52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1" y="12"/>
                    <a:pt x="1" y="10"/>
                  </a:cubicBezTo>
                  <a:cubicBezTo>
                    <a:pt x="2" y="8"/>
                    <a:pt x="4" y="6"/>
                    <a:pt x="7" y="4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6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1"/>
                    <a:pt x="17" y="62"/>
                  </a:cubicBezTo>
                  <a:cubicBezTo>
                    <a:pt x="18" y="63"/>
                    <a:pt x="21" y="64"/>
                    <a:pt x="25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9" y="64"/>
                    <a:pt x="52" y="61"/>
                    <a:pt x="52" y="55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3" name="Freeform 49"/>
            <p:cNvSpPr>
              <a:spLocks/>
            </p:cNvSpPr>
            <p:nvPr userDrawn="1"/>
          </p:nvSpPr>
          <p:spPr bwMode="auto">
            <a:xfrm>
              <a:off x="2631" y="2728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5 h 74"/>
                <a:gd name="T6" fmla="*/ 15 w 65"/>
                <a:gd name="T7" fmla="*/ 40 h 74"/>
                <a:gd name="T8" fmla="*/ 23 w 65"/>
                <a:gd name="T9" fmla="*/ 34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8 h 74"/>
                <a:gd name="T16" fmla="*/ 41 w 65"/>
                <a:gd name="T17" fmla="*/ 10 h 74"/>
                <a:gd name="T18" fmla="*/ 14 w 65"/>
                <a:gd name="T19" fmla="*/ 10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5 h 74"/>
                <a:gd name="T30" fmla="*/ 65 w 65"/>
                <a:gd name="T31" fmla="*/ 28 h 74"/>
                <a:gd name="T32" fmla="*/ 60 w 65"/>
                <a:gd name="T33" fmla="*/ 39 h 74"/>
                <a:gd name="T34" fmla="*/ 46 w 65"/>
                <a:gd name="T35" fmla="*/ 43 h 74"/>
                <a:gd name="T36" fmla="*/ 31 w 65"/>
                <a:gd name="T37" fmla="*/ 43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4"/>
                    <a:pt x="15" y="43"/>
                    <a:pt x="15" y="40"/>
                  </a:cubicBezTo>
                  <a:cubicBezTo>
                    <a:pt x="15" y="36"/>
                    <a:pt x="17" y="34"/>
                    <a:pt x="23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4"/>
                    <a:pt x="52" y="32"/>
                    <a:pt x="52" y="2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3"/>
                    <a:pt x="48" y="10"/>
                    <a:pt x="41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5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33"/>
                    <a:pt x="63" y="36"/>
                    <a:pt x="60" y="39"/>
                  </a:cubicBezTo>
                  <a:cubicBezTo>
                    <a:pt x="56" y="42"/>
                    <a:pt x="52" y="43"/>
                    <a:pt x="46" y="43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4" name="Freeform 50"/>
            <p:cNvSpPr>
              <a:spLocks noEditPoints="1"/>
            </p:cNvSpPr>
            <p:nvPr userDrawn="1"/>
          </p:nvSpPr>
          <p:spPr bwMode="auto">
            <a:xfrm>
              <a:off x="2773" y="2728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5 h 74"/>
                <a:gd name="T6" fmla="*/ 22 w 80"/>
                <a:gd name="T7" fmla="*/ 55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6 h 74"/>
                <a:gd name="T14" fmla="*/ 40 w 80"/>
                <a:gd name="T15" fmla="*/ 0 h 74"/>
                <a:gd name="T16" fmla="*/ 50 w 80"/>
                <a:gd name="T17" fmla="*/ 6 h 74"/>
                <a:gd name="T18" fmla="*/ 80 w 80"/>
                <a:gd name="T19" fmla="*/ 74 h 74"/>
                <a:gd name="T20" fmla="*/ 54 w 80"/>
                <a:gd name="T21" fmla="*/ 45 h 74"/>
                <a:gd name="T22" fmla="*/ 39 w 80"/>
                <a:gd name="T23" fmla="*/ 12 h 74"/>
                <a:gd name="T24" fmla="*/ 26 w 80"/>
                <a:gd name="T25" fmla="*/ 45 h 74"/>
                <a:gd name="T26" fmla="*/ 54 w 80"/>
                <a:gd name="T27" fmla="*/ 4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2"/>
                    <a:pt x="35" y="0"/>
                    <a:pt x="40" y="0"/>
                  </a:cubicBezTo>
                  <a:cubicBezTo>
                    <a:pt x="45" y="0"/>
                    <a:pt x="48" y="2"/>
                    <a:pt x="50" y="6"/>
                  </a:cubicBezTo>
                  <a:lnTo>
                    <a:pt x="80" y="74"/>
                  </a:lnTo>
                  <a:close/>
                  <a:moveTo>
                    <a:pt x="54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26" y="45"/>
                    <a:pt x="26" y="45"/>
                    <a:pt x="26" y="45"/>
                  </a:cubicBezTo>
                  <a:lnTo>
                    <a:pt x="54" y="4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5" name="Freeform 51"/>
            <p:cNvSpPr>
              <a:spLocks noEditPoints="1"/>
            </p:cNvSpPr>
            <p:nvPr userDrawn="1"/>
          </p:nvSpPr>
          <p:spPr bwMode="auto">
            <a:xfrm>
              <a:off x="2939" y="2726"/>
              <a:ext cx="99" cy="114"/>
            </a:xfrm>
            <a:custGeom>
              <a:avLst/>
              <a:gdLst>
                <a:gd name="T0" fmla="*/ 66 w 66"/>
                <a:gd name="T1" fmla="*/ 31 h 75"/>
                <a:gd name="T2" fmla="*/ 60 w 66"/>
                <a:gd name="T3" fmla="*/ 42 h 75"/>
                <a:gd name="T4" fmla="*/ 46 w 66"/>
                <a:gd name="T5" fmla="*/ 47 h 75"/>
                <a:gd name="T6" fmla="*/ 14 w 66"/>
                <a:gd name="T7" fmla="*/ 47 h 75"/>
                <a:gd name="T8" fmla="*/ 14 w 66"/>
                <a:gd name="T9" fmla="*/ 75 h 75"/>
                <a:gd name="T10" fmla="*/ 0 w 66"/>
                <a:gd name="T11" fmla="*/ 75 h 75"/>
                <a:gd name="T12" fmla="*/ 0 w 66"/>
                <a:gd name="T13" fmla="*/ 0 h 75"/>
                <a:gd name="T14" fmla="*/ 45 w 66"/>
                <a:gd name="T15" fmla="*/ 0 h 75"/>
                <a:gd name="T16" fmla="*/ 60 w 66"/>
                <a:gd name="T17" fmla="*/ 4 h 75"/>
                <a:gd name="T18" fmla="*/ 66 w 66"/>
                <a:gd name="T19" fmla="*/ 15 h 75"/>
                <a:gd name="T20" fmla="*/ 66 w 66"/>
                <a:gd name="T21" fmla="*/ 31 h 75"/>
                <a:gd name="T22" fmla="*/ 52 w 66"/>
                <a:gd name="T23" fmla="*/ 27 h 75"/>
                <a:gd name="T24" fmla="*/ 52 w 66"/>
                <a:gd name="T25" fmla="*/ 18 h 75"/>
                <a:gd name="T26" fmla="*/ 42 w 66"/>
                <a:gd name="T27" fmla="*/ 11 h 75"/>
                <a:gd name="T28" fmla="*/ 14 w 66"/>
                <a:gd name="T29" fmla="*/ 11 h 75"/>
                <a:gd name="T30" fmla="*/ 14 w 66"/>
                <a:gd name="T31" fmla="*/ 36 h 75"/>
                <a:gd name="T32" fmla="*/ 41 w 66"/>
                <a:gd name="T33" fmla="*/ 36 h 75"/>
                <a:gd name="T34" fmla="*/ 52 w 66"/>
                <a:gd name="T35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5">
                  <a:moveTo>
                    <a:pt x="66" y="31"/>
                  </a:moveTo>
                  <a:cubicBezTo>
                    <a:pt x="66" y="36"/>
                    <a:pt x="64" y="40"/>
                    <a:pt x="60" y="42"/>
                  </a:cubicBezTo>
                  <a:cubicBezTo>
                    <a:pt x="57" y="45"/>
                    <a:pt x="52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6" y="1"/>
                    <a:pt x="60" y="4"/>
                  </a:cubicBezTo>
                  <a:cubicBezTo>
                    <a:pt x="63" y="7"/>
                    <a:pt x="65" y="10"/>
                    <a:pt x="66" y="15"/>
                  </a:cubicBezTo>
                  <a:cubicBezTo>
                    <a:pt x="66" y="20"/>
                    <a:pt x="66" y="25"/>
                    <a:pt x="66" y="31"/>
                  </a:cubicBezTo>
                  <a:close/>
                  <a:moveTo>
                    <a:pt x="52" y="2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49" y="11"/>
                    <a:pt x="42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9" y="36"/>
                    <a:pt x="52" y="33"/>
                    <a:pt x="52" y="27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6" name="Freeform 52"/>
            <p:cNvSpPr>
              <a:spLocks/>
            </p:cNvSpPr>
            <p:nvPr userDrawn="1"/>
          </p:nvSpPr>
          <p:spPr bwMode="auto">
            <a:xfrm>
              <a:off x="3094" y="2726"/>
              <a:ext cx="100" cy="114"/>
            </a:xfrm>
            <a:custGeom>
              <a:avLst/>
              <a:gdLst>
                <a:gd name="T0" fmla="*/ 100 w 100"/>
                <a:gd name="T1" fmla="*/ 114 h 114"/>
                <a:gd name="T2" fmla="*/ 80 w 100"/>
                <a:gd name="T3" fmla="*/ 114 h 114"/>
                <a:gd name="T4" fmla="*/ 80 w 100"/>
                <a:gd name="T5" fmla="*/ 65 h 114"/>
                <a:gd name="T6" fmla="*/ 20 w 100"/>
                <a:gd name="T7" fmla="*/ 65 h 114"/>
                <a:gd name="T8" fmla="*/ 20 w 100"/>
                <a:gd name="T9" fmla="*/ 114 h 114"/>
                <a:gd name="T10" fmla="*/ 0 w 100"/>
                <a:gd name="T11" fmla="*/ 114 h 114"/>
                <a:gd name="T12" fmla="*/ 0 w 100"/>
                <a:gd name="T13" fmla="*/ 0 h 114"/>
                <a:gd name="T14" fmla="*/ 20 w 100"/>
                <a:gd name="T15" fmla="*/ 0 h 114"/>
                <a:gd name="T16" fmla="*/ 20 w 100"/>
                <a:gd name="T17" fmla="*/ 49 h 114"/>
                <a:gd name="T18" fmla="*/ 80 w 100"/>
                <a:gd name="T19" fmla="*/ 49 h 114"/>
                <a:gd name="T20" fmla="*/ 80 w 100"/>
                <a:gd name="T21" fmla="*/ 0 h 114"/>
                <a:gd name="T22" fmla="*/ 100 w 100"/>
                <a:gd name="T23" fmla="*/ 0 h 114"/>
                <a:gd name="T24" fmla="*/ 100 w 100"/>
                <a:gd name="T2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114">
                  <a:moveTo>
                    <a:pt x="100" y="114"/>
                  </a:moveTo>
                  <a:lnTo>
                    <a:pt x="80" y="114"/>
                  </a:lnTo>
                  <a:lnTo>
                    <a:pt x="80" y="65"/>
                  </a:lnTo>
                  <a:lnTo>
                    <a:pt x="20" y="65"/>
                  </a:lnTo>
                  <a:lnTo>
                    <a:pt x="20" y="114"/>
                  </a:lnTo>
                  <a:lnTo>
                    <a:pt x="0" y="11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"/>
                  </a:lnTo>
                  <a:lnTo>
                    <a:pt x="80" y="49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11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7" name="Rectangle 53"/>
            <p:cNvSpPr>
              <a:spLocks noChangeArrowheads="1"/>
            </p:cNvSpPr>
            <p:nvPr userDrawn="1"/>
          </p:nvSpPr>
          <p:spPr bwMode="auto">
            <a:xfrm>
              <a:off x="3251" y="2726"/>
              <a:ext cx="20" cy="114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8" name="Freeform 54"/>
            <p:cNvSpPr>
              <a:spLocks noEditPoints="1"/>
            </p:cNvSpPr>
            <p:nvPr userDrawn="1"/>
          </p:nvSpPr>
          <p:spPr bwMode="auto">
            <a:xfrm>
              <a:off x="3328" y="2726"/>
              <a:ext cx="98" cy="129"/>
            </a:xfrm>
            <a:custGeom>
              <a:avLst/>
              <a:gdLst>
                <a:gd name="T0" fmla="*/ 65 w 65"/>
                <a:gd name="T1" fmla="*/ 58 h 85"/>
                <a:gd name="T2" fmla="*/ 51 w 65"/>
                <a:gd name="T3" fmla="*/ 74 h 85"/>
                <a:gd name="T4" fmla="*/ 64 w 65"/>
                <a:gd name="T5" fmla="*/ 85 h 85"/>
                <a:gd name="T6" fmla="*/ 46 w 65"/>
                <a:gd name="T7" fmla="*/ 85 h 85"/>
                <a:gd name="T8" fmla="*/ 33 w 65"/>
                <a:gd name="T9" fmla="*/ 75 h 85"/>
                <a:gd name="T10" fmla="*/ 22 w 65"/>
                <a:gd name="T11" fmla="*/ 75 h 85"/>
                <a:gd name="T12" fmla="*/ 7 w 65"/>
                <a:gd name="T13" fmla="*/ 71 h 85"/>
                <a:gd name="T14" fmla="*/ 0 w 65"/>
                <a:gd name="T15" fmla="*/ 58 h 85"/>
                <a:gd name="T16" fmla="*/ 0 w 65"/>
                <a:gd name="T17" fmla="*/ 17 h 85"/>
                <a:gd name="T18" fmla="*/ 7 w 65"/>
                <a:gd name="T19" fmla="*/ 4 h 85"/>
                <a:gd name="T20" fmla="*/ 22 w 65"/>
                <a:gd name="T21" fmla="*/ 0 h 85"/>
                <a:gd name="T22" fmla="*/ 43 w 65"/>
                <a:gd name="T23" fmla="*/ 0 h 85"/>
                <a:gd name="T24" fmla="*/ 58 w 65"/>
                <a:gd name="T25" fmla="*/ 4 h 85"/>
                <a:gd name="T26" fmla="*/ 65 w 65"/>
                <a:gd name="T27" fmla="*/ 17 h 85"/>
                <a:gd name="T28" fmla="*/ 65 w 65"/>
                <a:gd name="T29" fmla="*/ 58 h 85"/>
                <a:gd name="T30" fmla="*/ 52 w 65"/>
                <a:gd name="T31" fmla="*/ 56 h 85"/>
                <a:gd name="T32" fmla="*/ 52 w 65"/>
                <a:gd name="T33" fmla="*/ 20 h 85"/>
                <a:gd name="T34" fmla="*/ 49 w 65"/>
                <a:gd name="T35" fmla="*/ 13 h 85"/>
                <a:gd name="T36" fmla="*/ 39 w 65"/>
                <a:gd name="T37" fmla="*/ 11 h 85"/>
                <a:gd name="T38" fmla="*/ 26 w 65"/>
                <a:gd name="T39" fmla="*/ 11 h 85"/>
                <a:gd name="T40" fmla="*/ 16 w 65"/>
                <a:gd name="T41" fmla="*/ 13 h 85"/>
                <a:gd name="T42" fmla="*/ 14 w 65"/>
                <a:gd name="T43" fmla="*/ 20 h 85"/>
                <a:gd name="T44" fmla="*/ 14 w 65"/>
                <a:gd name="T45" fmla="*/ 55 h 85"/>
                <a:gd name="T46" fmla="*/ 17 w 65"/>
                <a:gd name="T47" fmla="*/ 62 h 85"/>
                <a:gd name="T48" fmla="*/ 26 w 65"/>
                <a:gd name="T49" fmla="*/ 64 h 85"/>
                <a:gd name="T50" fmla="*/ 39 w 65"/>
                <a:gd name="T51" fmla="*/ 64 h 85"/>
                <a:gd name="T52" fmla="*/ 49 w 65"/>
                <a:gd name="T53" fmla="*/ 62 h 85"/>
                <a:gd name="T54" fmla="*/ 52 w 65"/>
                <a:gd name="T55" fmla="*/ 5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85">
                  <a:moveTo>
                    <a:pt x="65" y="58"/>
                  </a:moveTo>
                  <a:cubicBezTo>
                    <a:pt x="65" y="67"/>
                    <a:pt x="60" y="72"/>
                    <a:pt x="51" y="74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4"/>
                    <a:pt x="7" y="71"/>
                  </a:cubicBezTo>
                  <a:cubicBezTo>
                    <a:pt x="2" y="69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0" y="0"/>
                    <a:pt x="55" y="2"/>
                    <a:pt x="58" y="4"/>
                  </a:cubicBezTo>
                  <a:cubicBezTo>
                    <a:pt x="63" y="7"/>
                    <a:pt x="65" y="11"/>
                    <a:pt x="65" y="17"/>
                  </a:cubicBezTo>
                  <a:lnTo>
                    <a:pt x="65" y="58"/>
                  </a:lnTo>
                  <a:close/>
                  <a:moveTo>
                    <a:pt x="52" y="5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17"/>
                    <a:pt x="51" y="14"/>
                    <a:pt x="49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9"/>
                    <a:pt x="15" y="61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9" y="62"/>
                  </a:cubicBezTo>
                  <a:cubicBezTo>
                    <a:pt x="51" y="61"/>
                    <a:pt x="52" y="59"/>
                    <a:pt x="52" y="56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9" name="Freeform 55"/>
            <p:cNvSpPr>
              <a:spLocks/>
            </p:cNvSpPr>
            <p:nvPr userDrawn="1"/>
          </p:nvSpPr>
          <p:spPr bwMode="auto">
            <a:xfrm>
              <a:off x="3483" y="2726"/>
              <a:ext cx="98" cy="114"/>
            </a:xfrm>
            <a:custGeom>
              <a:avLst/>
              <a:gdLst>
                <a:gd name="T0" fmla="*/ 65 w 65"/>
                <a:gd name="T1" fmla="*/ 56 h 75"/>
                <a:gd name="T2" fmla="*/ 64 w 65"/>
                <a:gd name="T3" fmla="*/ 64 h 75"/>
                <a:gd name="T4" fmla="*/ 60 w 65"/>
                <a:gd name="T5" fmla="*/ 70 h 75"/>
                <a:gd name="T6" fmla="*/ 52 w 65"/>
                <a:gd name="T7" fmla="*/ 74 h 75"/>
                <a:gd name="T8" fmla="*/ 43 w 65"/>
                <a:gd name="T9" fmla="*/ 75 h 75"/>
                <a:gd name="T10" fmla="*/ 22 w 65"/>
                <a:gd name="T11" fmla="*/ 75 h 75"/>
                <a:gd name="T12" fmla="*/ 13 w 65"/>
                <a:gd name="T13" fmla="*/ 74 h 75"/>
                <a:gd name="T14" fmla="*/ 6 w 65"/>
                <a:gd name="T15" fmla="*/ 70 h 75"/>
                <a:gd name="T16" fmla="*/ 1 w 65"/>
                <a:gd name="T17" fmla="*/ 64 h 75"/>
                <a:gd name="T18" fmla="*/ 0 w 65"/>
                <a:gd name="T19" fmla="*/ 56 h 75"/>
                <a:gd name="T20" fmla="*/ 0 w 65"/>
                <a:gd name="T21" fmla="*/ 0 h 75"/>
                <a:gd name="T22" fmla="*/ 13 w 65"/>
                <a:gd name="T23" fmla="*/ 0 h 75"/>
                <a:gd name="T24" fmla="*/ 13 w 65"/>
                <a:gd name="T25" fmla="*/ 54 h 75"/>
                <a:gd name="T26" fmla="*/ 16 w 65"/>
                <a:gd name="T27" fmla="*/ 62 h 75"/>
                <a:gd name="T28" fmla="*/ 26 w 65"/>
                <a:gd name="T29" fmla="*/ 64 h 75"/>
                <a:gd name="T30" fmla="*/ 40 w 65"/>
                <a:gd name="T31" fmla="*/ 64 h 75"/>
                <a:gd name="T32" fmla="*/ 49 w 65"/>
                <a:gd name="T33" fmla="*/ 62 h 75"/>
                <a:gd name="T34" fmla="*/ 52 w 65"/>
                <a:gd name="T35" fmla="*/ 54 h 75"/>
                <a:gd name="T36" fmla="*/ 52 w 65"/>
                <a:gd name="T37" fmla="*/ 0 h 75"/>
                <a:gd name="T38" fmla="*/ 65 w 65"/>
                <a:gd name="T39" fmla="*/ 0 h 75"/>
                <a:gd name="T40" fmla="*/ 65 w 65"/>
                <a:gd name="T41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75">
                  <a:moveTo>
                    <a:pt x="65" y="56"/>
                  </a:moveTo>
                  <a:cubicBezTo>
                    <a:pt x="65" y="59"/>
                    <a:pt x="65" y="62"/>
                    <a:pt x="64" y="64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7" y="72"/>
                    <a:pt x="55" y="73"/>
                    <a:pt x="52" y="74"/>
                  </a:cubicBezTo>
                  <a:cubicBezTo>
                    <a:pt x="50" y="74"/>
                    <a:pt x="47" y="75"/>
                    <a:pt x="4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8" y="75"/>
                    <a:pt x="15" y="74"/>
                    <a:pt x="13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3" y="68"/>
                    <a:pt x="2" y="66"/>
                    <a:pt x="1" y="64"/>
                  </a:cubicBezTo>
                  <a:cubicBezTo>
                    <a:pt x="0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4" y="64"/>
                    <a:pt x="48" y="63"/>
                    <a:pt x="49" y="62"/>
                  </a:cubicBezTo>
                  <a:cubicBezTo>
                    <a:pt x="51" y="60"/>
                    <a:pt x="52" y="58"/>
                    <a:pt x="52" y="5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0" name="Freeform 56"/>
            <p:cNvSpPr>
              <a:spLocks/>
            </p:cNvSpPr>
            <p:nvPr userDrawn="1"/>
          </p:nvSpPr>
          <p:spPr bwMode="auto">
            <a:xfrm>
              <a:off x="3638" y="2728"/>
              <a:ext cx="89" cy="112"/>
            </a:xfrm>
            <a:custGeom>
              <a:avLst/>
              <a:gdLst>
                <a:gd name="T0" fmla="*/ 57 w 59"/>
                <a:gd name="T1" fmla="*/ 42 h 74"/>
                <a:gd name="T2" fmla="*/ 14 w 59"/>
                <a:gd name="T3" fmla="*/ 42 h 74"/>
                <a:gd name="T4" fmla="*/ 14 w 59"/>
                <a:gd name="T5" fmla="*/ 54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2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6 h 74"/>
                <a:gd name="T20" fmla="*/ 6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0 h 74"/>
                <a:gd name="T28" fmla="*/ 25 w 59"/>
                <a:gd name="T29" fmla="*/ 10 h 74"/>
                <a:gd name="T30" fmla="*/ 14 w 59"/>
                <a:gd name="T31" fmla="*/ 19 h 74"/>
                <a:gd name="T32" fmla="*/ 14 w 59"/>
                <a:gd name="T33" fmla="*/ 31 h 74"/>
                <a:gd name="T34" fmla="*/ 57 w 59"/>
                <a:gd name="T35" fmla="*/ 31 h 74"/>
                <a:gd name="T36" fmla="*/ 57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2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0"/>
                    <a:pt x="14" y="13"/>
                    <a:pt x="14" y="19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57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1" name="Freeform 57"/>
            <p:cNvSpPr>
              <a:spLocks/>
            </p:cNvSpPr>
            <p:nvPr userDrawn="1"/>
          </p:nvSpPr>
          <p:spPr bwMode="auto">
            <a:xfrm>
              <a:off x="2023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4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4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4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4" y="74"/>
                    <a:pt x="9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9" y="2"/>
                    <a:pt x="13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2" name="Freeform 58"/>
            <p:cNvSpPr>
              <a:spLocks/>
            </p:cNvSpPr>
            <p:nvPr userDrawn="1"/>
          </p:nvSpPr>
          <p:spPr bwMode="auto">
            <a:xfrm>
              <a:off x="2164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3" name="Freeform 59"/>
            <p:cNvSpPr>
              <a:spLocks/>
            </p:cNvSpPr>
            <p:nvPr userDrawn="1"/>
          </p:nvSpPr>
          <p:spPr bwMode="auto">
            <a:xfrm>
              <a:off x="2394" y="2987"/>
              <a:ext cx="89" cy="112"/>
            </a:xfrm>
            <a:custGeom>
              <a:avLst/>
              <a:gdLst>
                <a:gd name="T0" fmla="*/ 59 w 59"/>
                <a:gd name="T1" fmla="*/ 43 h 74"/>
                <a:gd name="T2" fmla="*/ 13 w 59"/>
                <a:gd name="T3" fmla="*/ 43 h 74"/>
                <a:gd name="T4" fmla="*/ 13 w 59"/>
                <a:gd name="T5" fmla="*/ 74 h 74"/>
                <a:gd name="T6" fmla="*/ 0 w 59"/>
                <a:gd name="T7" fmla="*/ 74 h 74"/>
                <a:gd name="T8" fmla="*/ 0 w 59"/>
                <a:gd name="T9" fmla="*/ 15 h 74"/>
                <a:gd name="T10" fmla="*/ 6 w 59"/>
                <a:gd name="T11" fmla="*/ 4 h 74"/>
                <a:gd name="T12" fmla="*/ 20 w 59"/>
                <a:gd name="T13" fmla="*/ 0 h 74"/>
                <a:gd name="T14" fmla="*/ 59 w 59"/>
                <a:gd name="T15" fmla="*/ 0 h 74"/>
                <a:gd name="T16" fmla="*/ 59 w 59"/>
                <a:gd name="T17" fmla="*/ 11 h 74"/>
                <a:gd name="T18" fmla="*/ 24 w 59"/>
                <a:gd name="T19" fmla="*/ 11 h 74"/>
                <a:gd name="T20" fmla="*/ 13 w 59"/>
                <a:gd name="T21" fmla="*/ 19 h 74"/>
                <a:gd name="T22" fmla="*/ 13 w 59"/>
                <a:gd name="T23" fmla="*/ 32 h 74"/>
                <a:gd name="T24" fmla="*/ 59 w 59"/>
                <a:gd name="T25" fmla="*/ 32 h 74"/>
                <a:gd name="T26" fmla="*/ 59 w 59"/>
                <a:gd name="T2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74">
                  <a:moveTo>
                    <a:pt x="59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6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9" y="32"/>
                    <a:pt x="59" y="32"/>
                    <a:pt x="59" y="32"/>
                  </a:cubicBezTo>
                  <a:lnTo>
                    <a:pt x="59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4" name="Freeform 60"/>
            <p:cNvSpPr>
              <a:spLocks noEditPoints="1"/>
            </p:cNvSpPr>
            <p:nvPr userDrawn="1"/>
          </p:nvSpPr>
          <p:spPr bwMode="auto">
            <a:xfrm>
              <a:off x="2542" y="298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6" y="12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5" y="60"/>
                    <a:pt x="17" y="61"/>
                  </a:cubicBezTo>
                  <a:cubicBezTo>
                    <a:pt x="18" y="63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3"/>
                    <a:pt x="48" y="61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5" name="Freeform 61"/>
            <p:cNvSpPr>
              <a:spLocks/>
            </p:cNvSpPr>
            <p:nvPr userDrawn="1"/>
          </p:nvSpPr>
          <p:spPr bwMode="auto">
            <a:xfrm>
              <a:off x="269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6 h 74"/>
                <a:gd name="T6" fmla="*/ 14 w 65"/>
                <a:gd name="T7" fmla="*/ 41 h 74"/>
                <a:gd name="T8" fmla="*/ 22 w 65"/>
                <a:gd name="T9" fmla="*/ 35 h 74"/>
                <a:gd name="T10" fmla="*/ 42 w 65"/>
                <a:gd name="T11" fmla="*/ 35 h 74"/>
                <a:gd name="T12" fmla="*/ 51 w 65"/>
                <a:gd name="T13" fmla="*/ 27 h 74"/>
                <a:gd name="T14" fmla="*/ 51 w 65"/>
                <a:gd name="T15" fmla="*/ 19 h 74"/>
                <a:gd name="T16" fmla="*/ 40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4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59 w 65"/>
                <a:gd name="T33" fmla="*/ 40 h 74"/>
                <a:gd name="T34" fmla="*/ 45 w 65"/>
                <a:gd name="T35" fmla="*/ 44 h 74"/>
                <a:gd name="T36" fmla="*/ 30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8" y="35"/>
                    <a:pt x="51" y="32"/>
                    <a:pt x="51" y="27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4"/>
                    <a:pt x="48" y="11"/>
                    <a:pt x="4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59" y="40"/>
                  </a:cubicBezTo>
                  <a:cubicBezTo>
                    <a:pt x="56" y="43"/>
                    <a:pt x="51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6" name="Freeform 62"/>
            <p:cNvSpPr>
              <a:spLocks/>
            </p:cNvSpPr>
            <p:nvPr userDrawn="1"/>
          </p:nvSpPr>
          <p:spPr bwMode="auto">
            <a:xfrm>
              <a:off x="2847" y="2987"/>
              <a:ext cx="89" cy="112"/>
            </a:xfrm>
            <a:custGeom>
              <a:avLst/>
              <a:gdLst>
                <a:gd name="T0" fmla="*/ 57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6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7 w 59"/>
                <a:gd name="T35" fmla="*/ 32 h 74"/>
                <a:gd name="T36" fmla="*/ 57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6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7" y="32"/>
                    <a:pt x="57" y="32"/>
                    <a:pt x="57" y="32"/>
                  </a:cubicBezTo>
                  <a:lnTo>
                    <a:pt x="57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7" name="Freeform 63"/>
            <p:cNvSpPr>
              <a:spLocks/>
            </p:cNvSpPr>
            <p:nvPr userDrawn="1"/>
          </p:nvSpPr>
          <p:spPr bwMode="auto">
            <a:xfrm>
              <a:off x="2995" y="2987"/>
              <a:ext cx="89" cy="112"/>
            </a:xfrm>
            <a:custGeom>
              <a:avLst/>
              <a:gdLst>
                <a:gd name="T0" fmla="*/ 59 w 59"/>
                <a:gd name="T1" fmla="*/ 11 h 74"/>
                <a:gd name="T2" fmla="*/ 25 w 59"/>
                <a:gd name="T3" fmla="*/ 11 h 74"/>
                <a:gd name="T4" fmla="*/ 14 w 59"/>
                <a:gd name="T5" fmla="*/ 14 h 74"/>
                <a:gd name="T6" fmla="*/ 13 w 59"/>
                <a:gd name="T7" fmla="*/ 24 h 74"/>
                <a:gd name="T8" fmla="*/ 16 w 59"/>
                <a:gd name="T9" fmla="*/ 30 h 74"/>
                <a:gd name="T10" fmla="*/ 25 w 59"/>
                <a:gd name="T11" fmla="*/ 31 h 74"/>
                <a:gd name="T12" fmla="*/ 39 w 59"/>
                <a:gd name="T13" fmla="*/ 31 h 74"/>
                <a:gd name="T14" fmla="*/ 53 w 59"/>
                <a:gd name="T15" fmla="*/ 35 h 74"/>
                <a:gd name="T16" fmla="*/ 58 w 59"/>
                <a:gd name="T17" fmla="*/ 47 h 74"/>
                <a:gd name="T18" fmla="*/ 58 w 59"/>
                <a:gd name="T19" fmla="*/ 58 h 74"/>
                <a:gd name="T20" fmla="*/ 53 w 59"/>
                <a:gd name="T21" fmla="*/ 70 h 74"/>
                <a:gd name="T22" fmla="*/ 38 w 59"/>
                <a:gd name="T23" fmla="*/ 74 h 74"/>
                <a:gd name="T24" fmla="*/ 0 w 59"/>
                <a:gd name="T25" fmla="*/ 74 h 74"/>
                <a:gd name="T26" fmla="*/ 0 w 59"/>
                <a:gd name="T27" fmla="*/ 63 h 74"/>
                <a:gd name="T28" fmla="*/ 34 w 59"/>
                <a:gd name="T29" fmla="*/ 63 h 74"/>
                <a:gd name="T30" fmla="*/ 44 w 59"/>
                <a:gd name="T31" fmla="*/ 60 h 74"/>
                <a:gd name="T32" fmla="*/ 45 w 59"/>
                <a:gd name="T33" fmla="*/ 50 h 74"/>
                <a:gd name="T34" fmla="*/ 34 w 59"/>
                <a:gd name="T35" fmla="*/ 42 h 74"/>
                <a:gd name="T36" fmla="*/ 20 w 59"/>
                <a:gd name="T37" fmla="*/ 42 h 74"/>
                <a:gd name="T38" fmla="*/ 6 w 59"/>
                <a:gd name="T39" fmla="*/ 38 h 74"/>
                <a:gd name="T40" fmla="*/ 0 w 59"/>
                <a:gd name="T41" fmla="*/ 27 h 74"/>
                <a:gd name="T42" fmla="*/ 0 w 59"/>
                <a:gd name="T43" fmla="*/ 16 h 74"/>
                <a:gd name="T44" fmla="*/ 6 w 59"/>
                <a:gd name="T45" fmla="*/ 3 h 74"/>
                <a:gd name="T46" fmla="*/ 20 w 59"/>
                <a:gd name="T47" fmla="*/ 0 h 74"/>
                <a:gd name="T48" fmla="*/ 59 w 59"/>
                <a:gd name="T49" fmla="*/ 0 h 74"/>
                <a:gd name="T50" fmla="*/ 59 w 59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74">
                  <a:moveTo>
                    <a:pt x="59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6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1"/>
                    <a:pt x="25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5" y="31"/>
                    <a:pt x="49" y="33"/>
                    <a:pt x="53" y="35"/>
                  </a:cubicBezTo>
                  <a:cubicBezTo>
                    <a:pt x="57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3"/>
                    <a:pt x="57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2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10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6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8" name="Freeform 64"/>
            <p:cNvSpPr>
              <a:spLocks/>
            </p:cNvSpPr>
            <p:nvPr userDrawn="1"/>
          </p:nvSpPr>
          <p:spPr bwMode="auto">
            <a:xfrm>
              <a:off x="3132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9" name="Rectangle 65"/>
            <p:cNvSpPr>
              <a:spLocks noChangeArrowheads="1"/>
            </p:cNvSpPr>
            <p:nvPr userDrawn="1"/>
          </p:nvSpPr>
          <p:spPr bwMode="auto">
            <a:xfrm>
              <a:off x="3266" y="2987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0" name="Freeform 66"/>
            <p:cNvSpPr>
              <a:spLocks noEditPoints="1"/>
            </p:cNvSpPr>
            <p:nvPr userDrawn="1"/>
          </p:nvSpPr>
          <p:spPr bwMode="auto">
            <a:xfrm>
              <a:off x="3343" y="2959"/>
              <a:ext cx="89" cy="140"/>
            </a:xfrm>
            <a:custGeom>
              <a:avLst/>
              <a:gdLst>
                <a:gd name="T0" fmla="*/ 59 w 59"/>
                <a:gd name="T1" fmla="*/ 93 h 93"/>
                <a:gd name="T2" fmla="*/ 21 w 59"/>
                <a:gd name="T3" fmla="*/ 93 h 93"/>
                <a:gd name="T4" fmla="*/ 6 w 59"/>
                <a:gd name="T5" fmla="*/ 89 h 93"/>
                <a:gd name="T6" fmla="*/ 0 w 59"/>
                <a:gd name="T7" fmla="*/ 77 h 93"/>
                <a:gd name="T8" fmla="*/ 0 w 59"/>
                <a:gd name="T9" fmla="*/ 36 h 93"/>
                <a:gd name="T10" fmla="*/ 5 w 59"/>
                <a:gd name="T11" fmla="*/ 23 h 93"/>
                <a:gd name="T12" fmla="*/ 20 w 59"/>
                <a:gd name="T13" fmla="*/ 19 h 93"/>
                <a:gd name="T14" fmla="*/ 59 w 59"/>
                <a:gd name="T15" fmla="*/ 19 h 93"/>
                <a:gd name="T16" fmla="*/ 59 w 59"/>
                <a:gd name="T17" fmla="*/ 30 h 93"/>
                <a:gd name="T18" fmla="*/ 25 w 59"/>
                <a:gd name="T19" fmla="*/ 30 h 93"/>
                <a:gd name="T20" fmla="*/ 13 w 59"/>
                <a:gd name="T21" fmla="*/ 38 h 93"/>
                <a:gd name="T22" fmla="*/ 13 w 59"/>
                <a:gd name="T23" fmla="*/ 51 h 93"/>
                <a:gd name="T24" fmla="*/ 59 w 59"/>
                <a:gd name="T25" fmla="*/ 51 h 93"/>
                <a:gd name="T26" fmla="*/ 59 w 59"/>
                <a:gd name="T27" fmla="*/ 62 h 93"/>
                <a:gd name="T28" fmla="*/ 13 w 59"/>
                <a:gd name="T29" fmla="*/ 62 h 93"/>
                <a:gd name="T30" fmla="*/ 13 w 59"/>
                <a:gd name="T31" fmla="*/ 74 h 93"/>
                <a:gd name="T32" fmla="*/ 25 w 59"/>
                <a:gd name="T33" fmla="*/ 82 h 93"/>
                <a:gd name="T34" fmla="*/ 59 w 59"/>
                <a:gd name="T35" fmla="*/ 82 h 93"/>
                <a:gd name="T36" fmla="*/ 59 w 59"/>
                <a:gd name="T37" fmla="*/ 93 h 93"/>
                <a:gd name="T38" fmla="*/ 44 w 59"/>
                <a:gd name="T39" fmla="*/ 13 h 93"/>
                <a:gd name="T40" fmla="*/ 34 w 59"/>
                <a:gd name="T41" fmla="*/ 13 h 93"/>
                <a:gd name="T42" fmla="*/ 24 w 59"/>
                <a:gd name="T43" fmla="*/ 0 h 93"/>
                <a:gd name="T44" fmla="*/ 35 w 59"/>
                <a:gd name="T45" fmla="*/ 0 h 93"/>
                <a:gd name="T46" fmla="*/ 44 w 59"/>
                <a:gd name="T47" fmla="*/ 1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3">
                  <a:moveTo>
                    <a:pt x="59" y="93"/>
                  </a:moveTo>
                  <a:cubicBezTo>
                    <a:pt x="21" y="93"/>
                    <a:pt x="21" y="93"/>
                    <a:pt x="21" y="93"/>
                  </a:cubicBezTo>
                  <a:cubicBezTo>
                    <a:pt x="15" y="93"/>
                    <a:pt x="10" y="92"/>
                    <a:pt x="6" y="89"/>
                  </a:cubicBezTo>
                  <a:cubicBezTo>
                    <a:pt x="2" y="87"/>
                    <a:pt x="0" y="83"/>
                    <a:pt x="0" y="7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0"/>
                    <a:pt x="2" y="26"/>
                    <a:pt x="5" y="23"/>
                  </a:cubicBezTo>
                  <a:cubicBezTo>
                    <a:pt x="9" y="21"/>
                    <a:pt x="14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7" y="30"/>
                    <a:pt x="13" y="33"/>
                    <a:pt x="13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2"/>
                    <a:pt x="25" y="82"/>
                  </a:cubicBezTo>
                  <a:cubicBezTo>
                    <a:pt x="59" y="82"/>
                    <a:pt x="59" y="82"/>
                    <a:pt x="59" y="82"/>
                  </a:cubicBezTo>
                  <a:lnTo>
                    <a:pt x="59" y="93"/>
                  </a:lnTo>
                  <a:close/>
                  <a:moveTo>
                    <a:pt x="44" y="13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4" y="1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1" name="Freeform 67"/>
            <p:cNvSpPr>
              <a:spLocks/>
            </p:cNvSpPr>
            <p:nvPr userDrawn="1"/>
          </p:nvSpPr>
          <p:spPr bwMode="auto">
            <a:xfrm>
              <a:off x="348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6 h 74"/>
                <a:gd name="T6" fmla="*/ 15 w 65"/>
                <a:gd name="T7" fmla="*/ 41 h 74"/>
                <a:gd name="T8" fmla="*/ 23 w 65"/>
                <a:gd name="T9" fmla="*/ 35 h 74"/>
                <a:gd name="T10" fmla="*/ 42 w 65"/>
                <a:gd name="T11" fmla="*/ 35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4 w 65"/>
                <a:gd name="T19" fmla="*/ 11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5" y="43"/>
                    <a:pt x="15" y="41"/>
                  </a:cubicBezTo>
                  <a:cubicBezTo>
                    <a:pt x="15" y="37"/>
                    <a:pt x="18" y="35"/>
                    <a:pt x="23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9" y="35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4"/>
                    <a:pt x="48" y="11"/>
                    <a:pt x="41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4" y="37"/>
                    <a:pt x="60" y="40"/>
                  </a:cubicBezTo>
                  <a:cubicBezTo>
                    <a:pt x="57" y="43"/>
                    <a:pt x="52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2" name="Freeform 68"/>
            <p:cNvSpPr>
              <a:spLocks/>
            </p:cNvSpPr>
            <p:nvPr userDrawn="1"/>
          </p:nvSpPr>
          <p:spPr bwMode="auto">
            <a:xfrm>
              <a:off x="3638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3" name="Rectangle 69"/>
            <p:cNvSpPr>
              <a:spLocks noChangeArrowheads="1"/>
            </p:cNvSpPr>
            <p:nvPr userDrawn="1"/>
          </p:nvSpPr>
          <p:spPr bwMode="auto">
            <a:xfrm>
              <a:off x="2023" y="1245"/>
              <a:ext cx="148" cy="751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4" name="Freeform 70"/>
            <p:cNvSpPr>
              <a:spLocks/>
            </p:cNvSpPr>
            <p:nvPr userDrawn="1"/>
          </p:nvSpPr>
          <p:spPr bwMode="auto">
            <a:xfrm>
              <a:off x="3145" y="1221"/>
              <a:ext cx="588" cy="801"/>
            </a:xfrm>
            <a:custGeom>
              <a:avLst/>
              <a:gdLst>
                <a:gd name="T0" fmla="*/ 299 w 390"/>
                <a:gd name="T1" fmla="*/ 16 h 531"/>
                <a:gd name="T2" fmla="*/ 299 w 390"/>
                <a:gd name="T3" fmla="*/ 314 h 531"/>
                <a:gd name="T4" fmla="*/ 15 w 390"/>
                <a:gd name="T5" fmla="*/ 0 h 531"/>
                <a:gd name="T6" fmla="*/ 0 w 390"/>
                <a:gd name="T7" fmla="*/ 0 h 531"/>
                <a:gd name="T8" fmla="*/ 0 w 390"/>
                <a:gd name="T9" fmla="*/ 514 h 531"/>
                <a:gd name="T10" fmla="*/ 91 w 390"/>
                <a:gd name="T11" fmla="*/ 514 h 531"/>
                <a:gd name="T12" fmla="*/ 91 w 390"/>
                <a:gd name="T13" fmla="*/ 220 h 531"/>
                <a:gd name="T14" fmla="*/ 374 w 390"/>
                <a:gd name="T15" fmla="*/ 531 h 531"/>
                <a:gd name="T16" fmla="*/ 390 w 390"/>
                <a:gd name="T17" fmla="*/ 531 h 531"/>
                <a:gd name="T18" fmla="*/ 390 w 390"/>
                <a:gd name="T19" fmla="*/ 16 h 531"/>
                <a:gd name="T20" fmla="*/ 299 w 390"/>
                <a:gd name="T21" fmla="*/ 1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5" name="Freeform 71"/>
            <p:cNvSpPr>
              <a:spLocks/>
            </p:cNvSpPr>
            <p:nvPr userDrawn="1"/>
          </p:nvSpPr>
          <p:spPr bwMode="auto">
            <a:xfrm>
              <a:off x="2286" y="1221"/>
              <a:ext cx="687" cy="801"/>
            </a:xfrm>
            <a:custGeom>
              <a:avLst/>
              <a:gdLst>
                <a:gd name="T0" fmla="*/ 365 w 456"/>
                <a:gd name="T1" fmla="*/ 370 h 531"/>
                <a:gd name="T2" fmla="*/ 360 w 456"/>
                <a:gd name="T3" fmla="*/ 370 h 531"/>
                <a:gd name="T4" fmla="*/ 360 w 456"/>
                <a:gd name="T5" fmla="*/ 422 h 531"/>
                <a:gd name="T6" fmla="*/ 272 w 456"/>
                <a:gd name="T7" fmla="*/ 439 h 531"/>
                <a:gd name="T8" fmla="*/ 97 w 456"/>
                <a:gd name="T9" fmla="*/ 257 h 531"/>
                <a:gd name="T10" fmla="*/ 266 w 456"/>
                <a:gd name="T11" fmla="*/ 88 h 531"/>
                <a:gd name="T12" fmla="*/ 411 w 456"/>
                <a:gd name="T13" fmla="*/ 153 h 531"/>
                <a:gd name="T14" fmla="*/ 419 w 456"/>
                <a:gd name="T15" fmla="*/ 162 h 531"/>
                <a:gd name="T16" fmla="*/ 426 w 456"/>
                <a:gd name="T17" fmla="*/ 49 h 531"/>
                <a:gd name="T18" fmla="*/ 424 w 456"/>
                <a:gd name="T19" fmla="*/ 47 h 531"/>
                <a:gd name="T20" fmla="*/ 382 w 456"/>
                <a:gd name="T21" fmla="*/ 24 h 531"/>
                <a:gd name="T22" fmla="*/ 268 w 456"/>
                <a:gd name="T23" fmla="*/ 0 h 531"/>
                <a:gd name="T24" fmla="*/ 75 w 456"/>
                <a:gd name="T25" fmla="*/ 74 h 531"/>
                <a:gd name="T26" fmla="*/ 0 w 456"/>
                <a:gd name="T27" fmla="*/ 264 h 531"/>
                <a:gd name="T28" fmla="*/ 262 w 456"/>
                <a:gd name="T29" fmla="*/ 531 h 531"/>
                <a:gd name="T30" fmla="*/ 380 w 456"/>
                <a:gd name="T31" fmla="*/ 512 h 531"/>
                <a:gd name="T32" fmla="*/ 453 w 456"/>
                <a:gd name="T33" fmla="*/ 482 h 531"/>
                <a:gd name="T34" fmla="*/ 456 w 456"/>
                <a:gd name="T35" fmla="*/ 481 h 531"/>
                <a:gd name="T36" fmla="*/ 456 w 456"/>
                <a:gd name="T37" fmla="*/ 355 h 531"/>
                <a:gd name="T38" fmla="*/ 450 w 456"/>
                <a:gd name="T39" fmla="*/ 357 h 531"/>
                <a:gd name="T40" fmla="*/ 365 w 456"/>
                <a:gd name="T41" fmla="*/ 37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6" name="Freeform 72"/>
            <p:cNvSpPr>
              <a:spLocks/>
            </p:cNvSpPr>
            <p:nvPr userDrawn="1"/>
          </p:nvSpPr>
          <p:spPr bwMode="auto">
            <a:xfrm>
              <a:off x="2547" y="1514"/>
              <a:ext cx="469" cy="241"/>
            </a:xfrm>
            <a:custGeom>
              <a:avLst/>
              <a:gdLst>
                <a:gd name="T0" fmla="*/ 173 w 311"/>
                <a:gd name="T1" fmla="*/ 16 h 160"/>
                <a:gd name="T2" fmla="*/ 172 w 311"/>
                <a:gd name="T3" fmla="*/ 16 h 160"/>
                <a:gd name="T4" fmla="*/ 0 w 311"/>
                <a:gd name="T5" fmla="*/ 40 h 160"/>
                <a:gd name="T6" fmla="*/ 139 w 311"/>
                <a:gd name="T7" fmla="*/ 144 h 160"/>
                <a:gd name="T8" fmla="*/ 139 w 311"/>
                <a:gd name="T9" fmla="*/ 144 h 160"/>
                <a:gd name="T10" fmla="*/ 311 w 311"/>
                <a:gd name="T11" fmla="*/ 120 h 160"/>
                <a:gd name="T12" fmla="*/ 173 w 311"/>
                <a:gd name="T13" fmla="*/ 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grpSp>
        <p:nvGrpSpPr>
          <p:cNvPr id="2937" name="Groupe 2936"/>
          <p:cNvGrpSpPr/>
          <p:nvPr userDrawn="1"/>
        </p:nvGrpSpPr>
        <p:grpSpPr>
          <a:xfrm>
            <a:off x="3660861" y="570436"/>
            <a:ext cx="4516967" cy="2699223"/>
            <a:chOff x="2745640" y="570435"/>
            <a:chExt cx="3387725" cy="2699223"/>
          </a:xfrm>
        </p:grpSpPr>
        <p:grpSp>
          <p:nvGrpSpPr>
            <p:cNvPr id="2011" name="Groupe 2010"/>
            <p:cNvGrpSpPr/>
            <p:nvPr userDrawn="1"/>
          </p:nvGrpSpPr>
          <p:grpSpPr>
            <a:xfrm>
              <a:off x="2745640" y="570435"/>
              <a:ext cx="3387725" cy="111917"/>
              <a:chOff x="2746375" y="570435"/>
              <a:chExt cx="3387725" cy="111917"/>
            </a:xfrm>
          </p:grpSpPr>
          <p:sp>
            <p:nvSpPr>
              <p:cNvPr id="1801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8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12" name="Groupe 2011"/>
            <p:cNvGrpSpPr/>
            <p:nvPr userDrawn="1"/>
          </p:nvGrpSpPr>
          <p:grpSpPr>
            <a:xfrm>
              <a:off x="2745640" y="769459"/>
              <a:ext cx="3387725" cy="111917"/>
              <a:chOff x="2746375" y="570435"/>
              <a:chExt cx="3387725" cy="111917"/>
            </a:xfrm>
          </p:grpSpPr>
          <p:sp>
            <p:nvSpPr>
              <p:cNvPr id="20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83" name="Groupe 2082"/>
            <p:cNvGrpSpPr/>
            <p:nvPr userDrawn="1"/>
          </p:nvGrpSpPr>
          <p:grpSpPr>
            <a:xfrm>
              <a:off x="2745640" y="968483"/>
              <a:ext cx="3387725" cy="111917"/>
              <a:chOff x="2746375" y="570435"/>
              <a:chExt cx="3387725" cy="111917"/>
            </a:xfrm>
          </p:grpSpPr>
          <p:sp>
            <p:nvSpPr>
              <p:cNvPr id="2084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5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6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7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8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9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0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1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2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3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4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5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6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7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8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9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0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1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2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3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4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5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6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7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8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9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0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1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2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3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4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5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6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7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8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9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0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1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2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3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4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5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6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7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8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9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0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1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2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3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4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5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6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7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8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9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0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1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2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3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4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5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6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7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8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9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0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1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2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3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54" name="Groupe 2153"/>
            <p:cNvGrpSpPr/>
            <p:nvPr userDrawn="1"/>
          </p:nvGrpSpPr>
          <p:grpSpPr>
            <a:xfrm>
              <a:off x="2745640" y="1167507"/>
              <a:ext cx="3387725" cy="111917"/>
              <a:chOff x="2746375" y="570435"/>
              <a:chExt cx="3387725" cy="111917"/>
            </a:xfrm>
          </p:grpSpPr>
          <p:sp>
            <p:nvSpPr>
              <p:cNvPr id="21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25" name="Groupe 2224"/>
            <p:cNvGrpSpPr/>
            <p:nvPr userDrawn="1"/>
          </p:nvGrpSpPr>
          <p:grpSpPr>
            <a:xfrm>
              <a:off x="2745640" y="1366531"/>
              <a:ext cx="3387725" cy="111917"/>
              <a:chOff x="2746375" y="570435"/>
              <a:chExt cx="3387725" cy="111917"/>
            </a:xfrm>
          </p:grpSpPr>
          <p:sp>
            <p:nvSpPr>
              <p:cNvPr id="222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96" name="Groupe 2295"/>
            <p:cNvGrpSpPr/>
            <p:nvPr userDrawn="1"/>
          </p:nvGrpSpPr>
          <p:grpSpPr>
            <a:xfrm>
              <a:off x="2745640" y="1565555"/>
              <a:ext cx="3387725" cy="111917"/>
              <a:chOff x="2746375" y="570435"/>
              <a:chExt cx="3387725" cy="111917"/>
            </a:xfrm>
          </p:grpSpPr>
          <p:sp>
            <p:nvSpPr>
              <p:cNvPr id="229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69" name="Groupe 2368"/>
            <p:cNvGrpSpPr/>
            <p:nvPr userDrawn="1"/>
          </p:nvGrpSpPr>
          <p:grpSpPr>
            <a:xfrm>
              <a:off x="2745640" y="1764579"/>
              <a:ext cx="3387725" cy="111917"/>
              <a:chOff x="2746375" y="570435"/>
              <a:chExt cx="3387725" cy="111917"/>
            </a:xfrm>
          </p:grpSpPr>
          <p:sp>
            <p:nvSpPr>
              <p:cNvPr id="272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0" name="Groupe 2369"/>
            <p:cNvGrpSpPr/>
            <p:nvPr userDrawn="1"/>
          </p:nvGrpSpPr>
          <p:grpSpPr>
            <a:xfrm>
              <a:off x="2745640" y="1963603"/>
              <a:ext cx="3387725" cy="111917"/>
              <a:chOff x="2746375" y="570435"/>
              <a:chExt cx="3387725" cy="111917"/>
            </a:xfrm>
          </p:grpSpPr>
          <p:sp>
            <p:nvSpPr>
              <p:cNvPr id="26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1" name="Groupe 2370"/>
            <p:cNvGrpSpPr/>
            <p:nvPr userDrawn="1"/>
          </p:nvGrpSpPr>
          <p:grpSpPr>
            <a:xfrm>
              <a:off x="2745640" y="2162627"/>
              <a:ext cx="3387725" cy="111917"/>
              <a:chOff x="2746375" y="570435"/>
              <a:chExt cx="3387725" cy="111917"/>
            </a:xfrm>
          </p:grpSpPr>
          <p:sp>
            <p:nvSpPr>
              <p:cNvPr id="258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2" name="Groupe 2371"/>
            <p:cNvGrpSpPr/>
            <p:nvPr userDrawn="1"/>
          </p:nvGrpSpPr>
          <p:grpSpPr>
            <a:xfrm>
              <a:off x="2745640" y="2361651"/>
              <a:ext cx="3387725" cy="111917"/>
              <a:chOff x="2746375" y="570435"/>
              <a:chExt cx="3387725" cy="111917"/>
            </a:xfrm>
          </p:grpSpPr>
          <p:sp>
            <p:nvSpPr>
              <p:cNvPr id="251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3" name="Groupe 2372"/>
            <p:cNvGrpSpPr/>
            <p:nvPr userDrawn="1"/>
          </p:nvGrpSpPr>
          <p:grpSpPr>
            <a:xfrm>
              <a:off x="2745640" y="2560675"/>
              <a:ext cx="3387725" cy="111917"/>
              <a:chOff x="2746375" y="570435"/>
              <a:chExt cx="3387725" cy="111917"/>
            </a:xfrm>
          </p:grpSpPr>
          <p:sp>
            <p:nvSpPr>
              <p:cNvPr id="244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4" name="Groupe 2373"/>
            <p:cNvGrpSpPr/>
            <p:nvPr userDrawn="1"/>
          </p:nvGrpSpPr>
          <p:grpSpPr>
            <a:xfrm>
              <a:off x="2745640" y="2759699"/>
              <a:ext cx="3387725" cy="111917"/>
              <a:chOff x="2746375" y="570435"/>
              <a:chExt cx="3387725" cy="111917"/>
            </a:xfrm>
          </p:grpSpPr>
          <p:sp>
            <p:nvSpPr>
              <p:cNvPr id="237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795" name="Groupe 2794"/>
            <p:cNvGrpSpPr/>
            <p:nvPr userDrawn="1"/>
          </p:nvGrpSpPr>
          <p:grpSpPr>
            <a:xfrm>
              <a:off x="2745640" y="2958723"/>
              <a:ext cx="3387725" cy="111917"/>
              <a:chOff x="2746375" y="570435"/>
              <a:chExt cx="3387725" cy="111917"/>
            </a:xfrm>
          </p:grpSpPr>
          <p:sp>
            <p:nvSpPr>
              <p:cNvPr id="279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866" name="Groupe 2865"/>
            <p:cNvGrpSpPr/>
            <p:nvPr userDrawn="1"/>
          </p:nvGrpSpPr>
          <p:grpSpPr>
            <a:xfrm>
              <a:off x="2745640" y="3157741"/>
              <a:ext cx="3387725" cy="111917"/>
              <a:chOff x="2746375" y="570435"/>
              <a:chExt cx="3387725" cy="111917"/>
            </a:xfrm>
          </p:grpSpPr>
          <p:sp>
            <p:nvSpPr>
              <p:cNvPr id="286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</p:grpSp>
      <p:sp>
        <p:nvSpPr>
          <p:cNvPr id="4" name="Espace réservé du texte 3"/>
          <p:cNvSpPr>
            <a:spLocks noGrp="1"/>
          </p:cNvSpPr>
          <p:nvPr>
            <p:ph type="body" sz="quarter" idx="11" hasCustomPrompt="1"/>
          </p:nvPr>
        </p:nvSpPr>
        <p:spPr>
          <a:xfrm>
            <a:off x="5533043" y="1275585"/>
            <a:ext cx="4495800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Merci de votre attention</a:t>
            </a:r>
          </a:p>
        </p:txBody>
      </p:sp>
      <p:sp>
        <p:nvSpPr>
          <p:cNvPr id="1063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5533043" y="2101434"/>
            <a:ext cx="4495800" cy="283819"/>
          </a:xfrm>
        </p:spPr>
        <p:txBody>
          <a:bodyPr>
            <a:noAutofit/>
          </a:bodyPr>
          <a:lstStyle>
            <a:lvl1pPr marL="0" indent="0">
              <a:buNone/>
              <a:defRPr sz="20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ign.fr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13" y="2633480"/>
            <a:ext cx="10258179" cy="2921395"/>
          </a:xfrm>
          <a:prstGeom prst="rect">
            <a:avLst/>
          </a:prstGeom>
        </p:spPr>
      </p:pic>
      <p:sp>
        <p:nvSpPr>
          <p:cNvPr id="1065" name="ZoneTexte 1064"/>
          <p:cNvSpPr txBox="1"/>
          <p:nvPr userDrawn="1"/>
        </p:nvSpPr>
        <p:spPr>
          <a:xfrm>
            <a:off x="10176761" y="5508724"/>
            <a:ext cx="1778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900">
                <a:solidFill>
                  <a:srgbClr val="231F20"/>
                </a:solidFill>
              </a:rPr>
              <a:t>© IGN-SHOM</a:t>
            </a:r>
          </a:p>
          <a:p>
            <a:endParaRPr lang="fr-FR">
              <a:solidFill>
                <a:srgbClr val="231F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451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0007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2084893"/>
            <a:ext cx="9144000" cy="1185475"/>
          </a:xfrm>
          <a:prstGeom prst="rect">
            <a:avLst/>
          </a:prstGeom>
        </p:spPr>
        <p:txBody>
          <a:bodyPr anchor="ctr"/>
          <a:lstStyle>
            <a:lvl1pPr algn="ctr">
              <a:defRPr sz="4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17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19E0-880E-4295-B65F-49848F6A4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339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4"/>
            <a:ext cx="11662887" cy="42559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0115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contenu 2"/>
          <p:cNvSpPr>
            <a:spLocks noGrp="1"/>
          </p:cNvSpPr>
          <p:nvPr>
            <p:ph idx="13"/>
          </p:nvPr>
        </p:nvSpPr>
        <p:spPr>
          <a:xfrm>
            <a:off x="359779" y="1041395"/>
            <a:ext cx="5760000" cy="5148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359784" y="228894"/>
            <a:ext cx="11662887" cy="425594"/>
          </a:xfrm>
          <a:prstGeom prst="rect">
            <a:avLst/>
          </a:prstGeom>
        </p:spPr>
        <p:txBody>
          <a:bodyPr anchor="ctr"/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0" name="Espace réservé du contenu 2"/>
          <p:cNvSpPr>
            <a:spLocks noGrp="1"/>
          </p:cNvSpPr>
          <p:nvPr>
            <p:ph idx="14"/>
          </p:nvPr>
        </p:nvSpPr>
        <p:spPr>
          <a:xfrm>
            <a:off x="6262665" y="1041395"/>
            <a:ext cx="5760000" cy="5148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1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9943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00077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16/01/2025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9981171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4589366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255581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6175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14607093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+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0" name="Espace réservé pour une image  5"/>
          <p:cNvSpPr>
            <a:spLocks noGrp="1"/>
          </p:cNvSpPr>
          <p:nvPr>
            <p:ph type="pic" sz="quarter" idx="14"/>
          </p:nvPr>
        </p:nvSpPr>
        <p:spPr>
          <a:xfrm>
            <a:off x="607486" y="1517650"/>
            <a:ext cx="9730316" cy="4451351"/>
          </a:xfrm>
        </p:spPr>
        <p:txBody>
          <a:bodyPr rtlCol="0">
            <a:noAutofit/>
          </a:bodyPr>
          <a:lstStyle/>
          <a:p>
            <a:pPr lvl="0"/>
            <a:endParaRPr lang="fr-FR" noProof="0"/>
          </a:p>
        </p:txBody>
      </p:sp>
      <p:sp>
        <p:nvSpPr>
          <p:cNvPr id="4" name="Espace réservé de la date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16/01/2025</a:t>
            </a:r>
          </a:p>
        </p:txBody>
      </p:sp>
      <p:sp>
        <p:nvSpPr>
          <p:cNvPr id="5" name="Espace réservé du numéro de diapositiv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71FF7-2BB2-4C58-8A31-213E11C90CED}" type="slidenum">
              <a:rPr>
                <a:solidFill>
                  <a:prstClr val="white"/>
                </a:solidFill>
              </a:rPr>
              <a:pPr>
                <a:defRPr/>
              </a:pPr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2985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78BEB-CB5F-4DC3-8267-6B4093870A95}" type="slidenum">
              <a:rPr>
                <a:solidFill>
                  <a:prstClr val="white"/>
                </a:solidFill>
              </a:rPr>
              <a:pPr>
                <a:defRPr/>
              </a:pPr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16/01/2025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700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1705444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3"/>
            <a:ext cx="11662887" cy="42559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891" indent="-34289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14" indent="-176209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1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92699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16/01/2025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60000" y="5226529"/>
            <a:ext cx="4320000" cy="1200000"/>
          </a:xfrm>
        </p:spPr>
        <p:txBody>
          <a:bodyPr anchor="b" anchorCtr="0"/>
          <a:lstStyle>
            <a:lvl1pPr>
              <a:defRPr sz="1533"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940904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0000" y="240000"/>
            <a:ext cx="1920000" cy="19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726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7159649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1CE700A9-F0F7-4C92-A3D4-908C25F8B4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6697" y="982798"/>
            <a:ext cx="8812803" cy="5875201"/>
          </a:xfrm>
          <a:prstGeom prst="rect">
            <a:avLst/>
          </a:prstGeom>
        </p:spPr>
      </p:pic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414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21275333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3966768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3498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3"/>
            <a:ext cx="11662887" cy="42559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891" indent="-34289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14" indent="-176209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1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6625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16/01/2025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60000" y="5226529"/>
            <a:ext cx="4320000" cy="1200000"/>
          </a:xfrm>
        </p:spPr>
        <p:txBody>
          <a:bodyPr anchor="b" anchorCtr="0"/>
          <a:lstStyle>
            <a:lvl1pPr>
              <a:defRPr sz="1533"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0000" y="480000"/>
            <a:ext cx="3600000" cy="3600000"/>
          </a:xfrm>
          <a:prstGeom prst="rect">
            <a:avLst/>
          </a:prstGeom>
        </p:spPr>
      </p:pic>
      <p:pic>
        <p:nvPicPr>
          <p:cNvPr id="69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819" y="635059"/>
            <a:ext cx="3648405" cy="1656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80491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0000" y="240000"/>
            <a:ext cx="1920000" cy="1920000"/>
          </a:xfrm>
          <a:prstGeom prst="rect">
            <a:avLst/>
          </a:prstGeom>
        </p:spPr>
      </p:pic>
      <p:pic>
        <p:nvPicPr>
          <p:cNvPr id="72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028" y="373144"/>
            <a:ext cx="3648405" cy="1656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4952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5231025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1CE700A9-F0F7-4C92-A3D4-908C25F8B4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6697" y="982798"/>
            <a:ext cx="8812803" cy="5875201"/>
          </a:xfrm>
          <a:prstGeom prst="rect">
            <a:avLst/>
          </a:prstGeom>
        </p:spPr>
      </p:pic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3172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16589634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9692439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243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png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11.png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33.xml"/><Relationship Id="rId10" Type="http://schemas.openxmlformats.org/officeDocument/2006/relationships/image" Target="../media/image11.png"/><Relationship Id="rId4" Type="http://schemas.openxmlformats.org/officeDocument/2006/relationships/slideLayout" Target="../slideLayouts/slideLayout32.xml"/><Relationship Id="rId9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theme" Target="../theme/theme10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10" Type="http://schemas.openxmlformats.org/officeDocument/2006/relationships/image" Target="../media/image12.png"/><Relationship Id="rId4" Type="http://schemas.openxmlformats.org/officeDocument/2006/relationships/slideLayout" Target="../slideLayouts/slideLayout40.xml"/><Relationship Id="rId9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10"/>
            <a:ext cx="12191092" cy="2610519"/>
          </a:xfrm>
          <a:prstGeom prst="rect">
            <a:avLst/>
          </a:prstGeom>
        </p:spPr>
      </p:pic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13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 userDrawn="1"/>
        </p:nvGrpSpPr>
        <p:grpSpPr>
          <a:xfrm>
            <a:off x="-12321" y="-34025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444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/>
        </p:nvGrpSpPr>
        <p:grpSpPr>
          <a:xfrm>
            <a:off x="-12321" y="-34025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444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8325" y="291750"/>
            <a:ext cx="11074697" cy="362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 sur 1 ou 2 lignes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2924" y="1056451"/>
            <a:ext cx="11100097" cy="5054947"/>
          </a:xfrm>
          <a:prstGeom prst="rect">
            <a:avLst/>
          </a:prstGeom>
        </p:spPr>
        <p:txBody>
          <a:bodyPr vert="horz" lIns="10800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646897" y="6210300"/>
            <a:ext cx="10824475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utoShape 3"/>
          <p:cNvSpPr>
            <a:spLocks noChangeAspect="1" noChangeArrowheads="1" noTextEdit="1"/>
          </p:cNvSpPr>
          <p:nvPr/>
        </p:nvSpPr>
        <p:spPr bwMode="auto">
          <a:xfrm>
            <a:off x="5255691" y="2787650"/>
            <a:ext cx="1680633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solidFill>
                <a:srgbClr val="231F20"/>
              </a:solidFill>
            </a:endParaRPr>
          </a:p>
        </p:txBody>
      </p:sp>
      <p:sp>
        <p:nvSpPr>
          <p:cNvPr id="71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0971379" y="6189442"/>
            <a:ext cx="7826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lnSpc>
                <a:spcPct val="87000"/>
              </a:lnSpc>
              <a:defRPr lang="fr-FR" sz="1050" b="1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1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9661559" y="6247705"/>
            <a:ext cx="1177756" cy="232006"/>
          </a:xfrm>
          <a:prstGeom prst="rect">
            <a:avLst/>
          </a:prstGeom>
        </p:spPr>
        <p:txBody>
          <a:bodyPr vert="horz" lIns="108000" tIns="45720" rIns="91440" bIns="45720" rtlCol="0" anchor="ctr">
            <a:noAutofit/>
          </a:bodyPr>
          <a:lstStyle>
            <a:lvl1pPr algn="r">
              <a:lnSpc>
                <a:spcPct val="87000"/>
              </a:lnSpc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16/01/2025</a:t>
            </a:r>
          </a:p>
        </p:txBody>
      </p:sp>
      <p:sp>
        <p:nvSpPr>
          <p:cNvPr id="1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785767" y="6247705"/>
            <a:ext cx="4526720" cy="2320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87000"/>
              </a:lnSpc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5" name="ZoneTexte 14"/>
          <p:cNvSpPr txBox="1"/>
          <p:nvPr userDrawn="1"/>
        </p:nvSpPr>
        <p:spPr>
          <a:xfrm>
            <a:off x="2410368" y="6254038"/>
            <a:ext cx="124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solidFill>
                  <a:srgbClr val="72797F"/>
                </a:solidFill>
                <a:cs typeface="Arial" panose="020B0604020202020204" pitchFamily="34" charset="0"/>
              </a:rPr>
              <a:t>SPP/19.xxx</a:t>
            </a:r>
          </a:p>
        </p:txBody>
      </p:sp>
    </p:spTree>
    <p:extLst>
      <p:ext uri="{BB962C8B-B14F-4D97-AF65-F5344CB8AC3E}">
        <p14:creationId xmlns:p14="http://schemas.microsoft.com/office/powerpoint/2010/main" val="72824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p:hf hdr="0"/>
  <p:txStyles>
    <p:titleStyle>
      <a:lvl1pPr algn="l" defTabSz="685800" rtl="0" eaLnBrk="1" latinLnBrk="0" hangingPunct="1">
        <a:lnSpc>
          <a:spcPct val="87000"/>
        </a:lnSpc>
        <a:spcBef>
          <a:spcPct val="0"/>
        </a:spcBef>
        <a:buNone/>
        <a:defRPr sz="2400" b="0" kern="1200" cap="all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6700" indent="-266700" algn="l" defTabSz="685800" rtl="0" eaLnBrk="1" latinLnBrk="0" hangingPunct="1">
        <a:lnSpc>
          <a:spcPct val="87000"/>
        </a:lnSpc>
        <a:spcBef>
          <a:spcPts val="600"/>
        </a:spcBef>
        <a:spcAft>
          <a:spcPts val="600"/>
        </a:spcAft>
        <a:buSzPct val="120000"/>
        <a:buFontTx/>
        <a:buBlip>
          <a:blip r:embed="rId12"/>
        </a:buBlip>
        <a:defRPr sz="2000" kern="1200" cap="none" baseline="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55600" indent="-177800" algn="l" defTabSz="6858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SzPct val="120000"/>
        <a:buFontTx/>
        <a:buBlip>
          <a:blip r:embed="rId12"/>
        </a:buBlip>
        <a:defRPr lang="fr-FR" sz="1800" b="0" kern="1200" dirty="0">
          <a:solidFill>
            <a:srgbClr val="6D6F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41338" indent="-185738" algn="l" defTabSz="6858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6"/>
        </a:buClr>
        <a:buSzPct val="115000"/>
        <a:buFontTx/>
        <a:buBlip>
          <a:blip r:embed="rId13"/>
        </a:buBlip>
        <a:defRPr sz="1600" b="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30238" indent="-185738" algn="l" defTabSz="685800" rtl="0" eaLnBrk="1" latinLnBrk="0" hangingPunct="1">
        <a:lnSpc>
          <a:spcPct val="100000"/>
        </a:lnSpc>
        <a:spcBef>
          <a:spcPts val="300"/>
        </a:spcBef>
        <a:buClr>
          <a:srgbClr val="6D6F71"/>
        </a:buClr>
        <a:buSzPct val="110000"/>
        <a:buFont typeface="Arial" panose="020B0604020202020204" pitchFamily="34" charset="0"/>
        <a:buChar char="•"/>
        <a:defRPr sz="1400" b="0" i="0" kern="1200">
          <a:solidFill>
            <a:srgbClr val="6D6F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19138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Font typeface="Calibri" panose="020F0502020204030204" pitchFamily="34" charset="0"/>
        <a:buChar char="–"/>
        <a:defRPr sz="1200" b="0" i="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2">
          <p15:clr>
            <a:srgbClr val="F26B43"/>
          </p15:clr>
        </p15:guide>
        <p15:guide id="2" pos="107">
          <p15:clr>
            <a:srgbClr val="F26B43"/>
          </p15:clr>
        </p15:guide>
        <p15:guide id="3" orient="horz" pos="4178">
          <p15:clr>
            <a:srgbClr val="F26B43"/>
          </p15:clr>
        </p15:guide>
        <p15:guide id="4" pos="5653">
          <p15:clr>
            <a:srgbClr val="F26B43"/>
          </p15:clr>
        </p15:guide>
        <p15:guide id="5" pos="165">
          <p15:clr>
            <a:srgbClr val="F26B43"/>
          </p15:clr>
        </p15:guide>
        <p15:guide id="6" pos="560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/>
        </p:nvGrpSpPr>
        <p:grpSpPr>
          <a:xfrm>
            <a:off x="-12321" y="0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81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5400000">
            <a:off x="5463021" y="-4691616"/>
            <a:ext cx="111600" cy="11037889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fr-FR"/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  <p:grpSp>
        <p:nvGrpSpPr>
          <p:cNvPr id="12" name="Groupe 69"/>
          <p:cNvGrpSpPr>
            <a:grpSpLocks/>
          </p:cNvGrpSpPr>
          <p:nvPr/>
        </p:nvGrpSpPr>
        <p:grpSpPr bwMode="auto">
          <a:xfrm>
            <a:off x="11641980" y="67810"/>
            <a:ext cx="455613" cy="212725"/>
            <a:chOff x="-102471" y="6111390"/>
            <a:chExt cx="558709" cy="261711"/>
          </a:xfrm>
        </p:grpSpPr>
        <p:sp>
          <p:nvSpPr>
            <p:cNvPr id="13" name="Rectangle 69"/>
            <p:cNvSpPr>
              <a:spLocks noChangeArrowheads="1"/>
            </p:cNvSpPr>
            <p:nvPr userDrawn="1"/>
          </p:nvSpPr>
          <p:spPr bwMode="auto">
            <a:xfrm>
              <a:off x="-102471" y="6119232"/>
              <a:ext cx="48356" cy="245375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alt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4" name="Freeform 70"/>
            <p:cNvSpPr>
              <a:spLocks/>
            </p:cNvSpPr>
            <p:nvPr userDrawn="1"/>
          </p:nvSpPr>
          <p:spPr bwMode="auto">
            <a:xfrm>
              <a:off x="264121" y="6111390"/>
              <a:ext cx="192117" cy="261711"/>
            </a:xfrm>
            <a:custGeom>
              <a:avLst/>
              <a:gdLst>
                <a:gd name="T0" fmla="*/ 147290 w 390"/>
                <a:gd name="T1" fmla="*/ 7886 h 531"/>
                <a:gd name="T2" fmla="*/ 147290 w 390"/>
                <a:gd name="T3" fmla="*/ 154759 h 531"/>
                <a:gd name="T4" fmla="*/ 7389 w 390"/>
                <a:gd name="T5" fmla="*/ 0 h 531"/>
                <a:gd name="T6" fmla="*/ 0 w 390"/>
                <a:gd name="T7" fmla="*/ 0 h 531"/>
                <a:gd name="T8" fmla="*/ 0 w 390"/>
                <a:gd name="T9" fmla="*/ 253332 h 531"/>
                <a:gd name="T10" fmla="*/ 44827 w 390"/>
                <a:gd name="T11" fmla="*/ 253332 h 531"/>
                <a:gd name="T12" fmla="*/ 44827 w 390"/>
                <a:gd name="T13" fmla="*/ 108430 h 531"/>
                <a:gd name="T14" fmla="*/ 184235 w 390"/>
                <a:gd name="T15" fmla="*/ 261711 h 531"/>
                <a:gd name="T16" fmla="*/ 192117 w 390"/>
                <a:gd name="T17" fmla="*/ 261711 h 531"/>
                <a:gd name="T18" fmla="*/ 192117 w 390"/>
                <a:gd name="T19" fmla="*/ 7886 h 531"/>
                <a:gd name="T20" fmla="*/ 147290 w 390"/>
                <a:gd name="T21" fmla="*/ 7886 h 5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5" name="Freeform 71"/>
            <p:cNvSpPr>
              <a:spLocks/>
            </p:cNvSpPr>
            <p:nvPr userDrawn="1"/>
          </p:nvSpPr>
          <p:spPr bwMode="auto">
            <a:xfrm>
              <a:off x="-16541" y="6111390"/>
              <a:ext cx="224464" cy="261711"/>
            </a:xfrm>
            <a:custGeom>
              <a:avLst/>
              <a:gdLst>
                <a:gd name="T0" fmla="*/ 179670 w 456"/>
                <a:gd name="T1" fmla="*/ 182360 h 531"/>
                <a:gd name="T2" fmla="*/ 177208 w 456"/>
                <a:gd name="T3" fmla="*/ 182360 h 531"/>
                <a:gd name="T4" fmla="*/ 177208 w 456"/>
                <a:gd name="T5" fmla="*/ 207989 h 531"/>
                <a:gd name="T6" fmla="*/ 133891 w 456"/>
                <a:gd name="T7" fmla="*/ 216367 h 531"/>
                <a:gd name="T8" fmla="*/ 47748 w 456"/>
                <a:gd name="T9" fmla="*/ 126666 h 531"/>
                <a:gd name="T10" fmla="*/ 130937 w 456"/>
                <a:gd name="T11" fmla="*/ 43372 h 531"/>
                <a:gd name="T12" fmla="*/ 202313 w 456"/>
                <a:gd name="T13" fmla="*/ 75408 h 531"/>
                <a:gd name="T14" fmla="*/ 206251 w 456"/>
                <a:gd name="T15" fmla="*/ 79844 h 531"/>
                <a:gd name="T16" fmla="*/ 209697 w 456"/>
                <a:gd name="T17" fmla="*/ 24150 h 531"/>
                <a:gd name="T18" fmla="*/ 208712 w 456"/>
                <a:gd name="T19" fmla="*/ 23165 h 531"/>
                <a:gd name="T20" fmla="*/ 188038 w 456"/>
                <a:gd name="T21" fmla="*/ 11829 h 531"/>
                <a:gd name="T22" fmla="*/ 131922 w 456"/>
                <a:gd name="T23" fmla="*/ 0 h 531"/>
                <a:gd name="T24" fmla="*/ 36918 w 456"/>
                <a:gd name="T25" fmla="*/ 36472 h 531"/>
                <a:gd name="T26" fmla="*/ 0 w 456"/>
                <a:gd name="T27" fmla="*/ 130116 h 531"/>
                <a:gd name="T28" fmla="*/ 128968 w 456"/>
                <a:gd name="T29" fmla="*/ 261711 h 531"/>
                <a:gd name="T30" fmla="*/ 187053 w 456"/>
                <a:gd name="T31" fmla="*/ 252347 h 531"/>
                <a:gd name="T32" fmla="*/ 222987 w 456"/>
                <a:gd name="T33" fmla="*/ 237561 h 531"/>
                <a:gd name="T34" fmla="*/ 224464 w 456"/>
                <a:gd name="T35" fmla="*/ 237068 h 531"/>
                <a:gd name="T36" fmla="*/ 224464 w 456"/>
                <a:gd name="T37" fmla="*/ 174967 h 531"/>
                <a:gd name="T38" fmla="*/ 221511 w 456"/>
                <a:gd name="T39" fmla="*/ 175953 h 531"/>
                <a:gd name="T40" fmla="*/ 179670 w 456"/>
                <a:gd name="T41" fmla="*/ 182360 h 5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6" name="Freeform 72"/>
            <p:cNvSpPr>
              <a:spLocks/>
            </p:cNvSpPr>
            <p:nvPr userDrawn="1"/>
          </p:nvSpPr>
          <p:spPr bwMode="auto">
            <a:xfrm>
              <a:off x="68736" y="6207122"/>
              <a:ext cx="153237" cy="78742"/>
            </a:xfrm>
            <a:custGeom>
              <a:avLst/>
              <a:gdLst>
                <a:gd name="T0" fmla="*/ 85241 w 311"/>
                <a:gd name="T1" fmla="*/ 7874 h 160"/>
                <a:gd name="T2" fmla="*/ 84748 w 311"/>
                <a:gd name="T3" fmla="*/ 7874 h 160"/>
                <a:gd name="T4" fmla="*/ 0 w 311"/>
                <a:gd name="T5" fmla="*/ 19686 h 160"/>
                <a:gd name="T6" fmla="*/ 68489 w 311"/>
                <a:gd name="T7" fmla="*/ 70868 h 160"/>
                <a:gd name="T8" fmla="*/ 68489 w 311"/>
                <a:gd name="T9" fmla="*/ 70868 h 160"/>
                <a:gd name="T10" fmla="*/ 153237 w 311"/>
                <a:gd name="T11" fmla="*/ 59057 h 160"/>
                <a:gd name="T12" fmla="*/ 85241 w 311"/>
                <a:gd name="T13" fmla="*/ 7874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</p:grpSp>
      <p:pic>
        <p:nvPicPr>
          <p:cNvPr id="17" name="Picture 2" descr="Accueil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23678" y="26610"/>
            <a:ext cx="510777" cy="350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794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55453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81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16/01/2025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1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1" r:id="rId9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16/01/2025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218" y="270853"/>
            <a:ext cx="1743308" cy="40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2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62" r:id="rId8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16/01/2025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218" y="270853"/>
            <a:ext cx="1743308" cy="40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873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hyperlink" Target="mailto:Marion.lacroix@ign.f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jpeg"/><Relationship Id="rId9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nigfr/schema-dessertes-transport-de-bois/tree/master/ressources/tableaux-de-travail" TargetMode="External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7.png"/><Relationship Id="rId5" Type="http://schemas.openxmlformats.org/officeDocument/2006/relationships/image" Target="../media/image17.png"/><Relationship Id="rId4" Type="http://schemas.openxmlformats.org/officeDocument/2006/relationships/hyperlink" Target="https://cnig.gouv.fr/gt-dessertes-pour-les-transports-de-bois-a18535.html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33.png"/><Relationship Id="rId5" Type="http://schemas.openxmlformats.org/officeDocument/2006/relationships/image" Target="../media/image35.png"/><Relationship Id="rId4" Type="http://schemas.openxmlformats.org/officeDocument/2006/relationships/image" Target="../media/image26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customXml" Target="../ink/ink2.xml"/><Relationship Id="rId7" Type="http://schemas.openxmlformats.org/officeDocument/2006/relationships/hyperlink" Target="https://cnig.gouv.fr/gt-dessertes-pour-les-transports-de-bois-a18535.html#H_Reunion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Relationship Id="rId6" Type="http://schemas.openxmlformats.org/officeDocument/2006/relationships/hyperlink" Target="https://github.com/cnigfr/schema-dessertes-transport-de-bois" TargetMode="External"/><Relationship Id="rId11" Type="http://schemas.openxmlformats.org/officeDocument/2006/relationships/image" Target="../media/image33.png"/><Relationship Id="rId5" Type="http://schemas.openxmlformats.org/officeDocument/2006/relationships/hyperlink" Target="mailto:marion.lacroix@ign.fr" TargetMode="External"/><Relationship Id="rId10" Type="http://schemas.openxmlformats.org/officeDocument/2006/relationships/image" Target="../media/image38.png"/><Relationship Id="rId4" Type="http://schemas.openxmlformats.org/officeDocument/2006/relationships/image" Target="../media/image260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customXml" Target="../ink/ink3.xml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39.png"/><Relationship Id="rId5" Type="http://schemas.openxmlformats.org/officeDocument/2006/relationships/hyperlink" Target="https://www.afigeo.asso.fr/wp-content/uploads/2020/12/10/modele-minimal-donnees-pei.pdf" TargetMode="External"/><Relationship Id="rId4" Type="http://schemas.openxmlformats.org/officeDocument/2006/relationships/image" Target="../media/image260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nigfr/schema-dessertes-transport-de-bois/blob/master/ressources/Autres-documents/r%C3%A9f%20nat%20DECI%20du%2015%20d%C3%A9c%202015.pdf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1D4F6B9-F858-4519-8D4C-063D756504E4}"/>
              </a:ext>
            </a:extLst>
          </p:cNvPr>
          <p:cNvSpPr/>
          <p:nvPr/>
        </p:nvSpPr>
        <p:spPr>
          <a:xfrm>
            <a:off x="301047" y="294639"/>
            <a:ext cx="2081900" cy="204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92F264-9D89-442C-A33D-26D9F2FEFE94}"/>
              </a:ext>
            </a:extLst>
          </p:cNvPr>
          <p:cNvSpPr/>
          <p:nvPr/>
        </p:nvSpPr>
        <p:spPr>
          <a:xfrm>
            <a:off x="9731163" y="322055"/>
            <a:ext cx="2175029" cy="1669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351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>
          <a:xfrm>
            <a:off x="1341997" y="2527277"/>
            <a:ext cx="9945952" cy="3025112"/>
          </a:xfrm>
        </p:spPr>
        <p:txBody>
          <a:bodyPr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3200" dirty="0">
                <a:latin typeface="+mj-lt"/>
                <a:ea typeface="Calibri"/>
                <a:cs typeface="Calibri"/>
              </a:rPr>
              <a:t>révision</a:t>
            </a: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Calibri"/>
                <a:cs typeface="Calibri"/>
              </a:rPr>
              <a:t> et Elargissement du standard</a:t>
            </a:r>
            <a:endParaRPr lang="fr-FR" sz="32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Calibri"/>
              <a:cs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Calibri"/>
                <a:cs typeface="Calibri"/>
              </a:rPr>
              <a:t>« Dessertes en forêt : 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Calibri"/>
                <a:cs typeface="Calibri"/>
              </a:rPr>
              <a:t>transport de bois et DFCI"</a:t>
            </a:r>
            <a:endParaRPr kumimoji="0" lang="fr-FR" sz="54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5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5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marR="0" lvl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sz="2000" dirty="0">
                <a:solidFill>
                  <a:srgbClr val="554538"/>
                </a:solidFill>
                <a:latin typeface="+mj-lt"/>
                <a:cs typeface="Calibri" panose="020F0502020204030204" pitchFamily="34" charset="0"/>
              </a:rPr>
              <a:t>Sous-groupe Points d’eau en forêt</a:t>
            </a:r>
            <a:endParaRPr kumimoji="0" lang="fr-FR" sz="20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algn="r" defTabSz="914377">
              <a:spcBef>
                <a:spcPts val="1000"/>
              </a:spcBef>
              <a:defRPr/>
            </a:pPr>
            <a:endParaRPr lang="fr-FR" sz="2000" dirty="0">
              <a:solidFill>
                <a:srgbClr val="554538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defTabSz="914377">
              <a:spcBef>
                <a:spcPts val="1000"/>
              </a:spcBef>
              <a:defRPr/>
            </a:pPr>
            <a:endParaRPr lang="fr-FR" sz="1467" dirty="0">
              <a:solidFill>
                <a:srgbClr val="554538"/>
              </a:solidFill>
              <a:latin typeface="+mj-lt"/>
              <a:ea typeface="Calibri"/>
              <a:cs typeface="Calibri" panose="020F0502020204030204" pitchFamily="34" charset="0"/>
            </a:endParaRPr>
          </a:p>
          <a:p>
            <a:pPr marL="228594" indent="-228594" algn="r">
              <a:spcBef>
                <a:spcPts val="1000"/>
              </a:spcBef>
              <a:buChar char="•"/>
              <a:defRPr/>
            </a:pPr>
            <a:endParaRPr lang="fr-FR" sz="1300" b="0" dirty="0">
              <a:solidFill>
                <a:srgbClr val="4EA72E">
                  <a:lumMod val="60000"/>
                  <a:lumOff val="40000"/>
                </a:srgbClr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F4B4D34-3332-4206-9757-BB8A2646C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000" y="306481"/>
            <a:ext cx="1333355" cy="1451161"/>
          </a:xfrm>
          <a:prstGeom prst="rect">
            <a:avLst/>
          </a:prstGeom>
          <a:ln>
            <a:noFill/>
          </a:ln>
        </p:spPr>
      </p:pic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23C5C4C4-B3D8-4A4B-A2A2-51393C9BB76E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fr-FR" sz="1100" dirty="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1BE3EA-BC1C-4F4B-BEBE-F790BF497879}"/>
              </a:ext>
            </a:extLst>
          </p:cNvPr>
          <p:cNvSpPr/>
          <p:nvPr/>
        </p:nvSpPr>
        <p:spPr>
          <a:xfrm>
            <a:off x="11670207" y="2971041"/>
            <a:ext cx="83585" cy="2092973"/>
          </a:xfrm>
          <a:prstGeom prst="rect">
            <a:avLst/>
          </a:prstGeom>
          <a:solidFill>
            <a:srgbClr val="8A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351"/>
          </a:p>
        </p:txBody>
      </p:sp>
      <p:pic>
        <p:nvPicPr>
          <p:cNvPr id="5" name="Image 4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55898B98-6CBE-40D9-CC2E-BFB3DD313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855" y="244021"/>
            <a:ext cx="1575376" cy="1687288"/>
          </a:xfrm>
          <a:prstGeom prst="rect">
            <a:avLst/>
          </a:prstGeom>
          <a:ln>
            <a:noFill/>
          </a:ln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EF014D96-B770-437F-8E9D-C6248933CB3E}"/>
              </a:ext>
            </a:extLst>
          </p:cNvPr>
          <p:cNvGrpSpPr/>
          <p:nvPr/>
        </p:nvGrpSpPr>
        <p:grpSpPr>
          <a:xfrm>
            <a:off x="904051" y="3368327"/>
            <a:ext cx="3365125" cy="3005044"/>
            <a:chOff x="790710" y="2574250"/>
            <a:chExt cx="3365125" cy="3005044"/>
          </a:xfrm>
        </p:grpSpPr>
        <p:pic>
          <p:nvPicPr>
            <p:cNvPr id="18" name="Image 10">
              <a:extLst>
                <a:ext uri="{FF2B5EF4-FFF2-40B4-BE49-F238E27FC236}">
                  <a16:creationId xmlns:a16="http://schemas.microsoft.com/office/drawing/2014/main" id="{85455156-CA8E-44FF-88AF-0243B8E80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8764" y="2574250"/>
              <a:ext cx="2708097" cy="27080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CB131529-0D4F-4171-9917-E2B6F9BD3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791" y="4291551"/>
              <a:ext cx="1287743" cy="128774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BD3A6AC6-9EC3-4B4C-8BCC-0CDF0B526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868094" y="3994607"/>
              <a:ext cx="1287741" cy="128774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E9AF8D38-FAC6-4321-ACD7-16F536668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7103" y="3616839"/>
              <a:ext cx="313997" cy="3139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6C5BBA72-1878-453A-B073-EF55F2AA4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710" y="3773837"/>
              <a:ext cx="780551" cy="78055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A31229A-73AF-40B9-BDC6-362330BD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52000" y="6378000"/>
            <a:ext cx="1560000" cy="480000"/>
          </a:xfrm>
        </p:spPr>
        <p:txBody>
          <a:bodyPr/>
          <a:lstStyle/>
          <a:p>
            <a:pPr algn="r"/>
            <a:r>
              <a:rPr lang="fr-FR" cap="all" dirty="0"/>
              <a:t>16/01/2025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B82313C9-D5BF-4E03-9936-9A509F430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7FA9FD43-0EA4-4063-8C97-F0E6FE8C5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2000" y="6378000"/>
            <a:ext cx="1800000" cy="480000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1</a:t>
            </a:fld>
            <a:endParaRPr lang="fr-FR" dirty="0"/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15A9D933-5A52-49DE-9C4A-9BF3DAB50D5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9358" y="294639"/>
            <a:ext cx="2472215" cy="177283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47A30B6-44BF-4FE9-ACF4-C1DB3834F0B0}"/>
              </a:ext>
            </a:extLst>
          </p:cNvPr>
          <p:cNvSpPr txBox="1"/>
          <p:nvPr/>
        </p:nvSpPr>
        <p:spPr>
          <a:xfrm>
            <a:off x="9971766" y="6099807"/>
            <a:ext cx="1782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200" dirty="0">
                <a:solidFill>
                  <a:srgbClr val="0563C1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Marion.lacroix@ign.fr</a:t>
            </a:r>
            <a:r>
              <a:rPr lang="fr-FR" sz="1200" dirty="0">
                <a:solidFill>
                  <a:srgbClr val="0563C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1713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6">
            <a:extLst>
              <a:ext uri="{FF2B5EF4-FFF2-40B4-BE49-F238E27FC236}">
                <a16:creationId xmlns:a16="http://schemas.microsoft.com/office/drawing/2014/main" id="{852BE78D-901C-F949-EE09-515CE0A4DF96}"/>
              </a:ext>
            </a:extLst>
          </p:cNvPr>
          <p:cNvSpPr txBox="1">
            <a:spLocks/>
          </p:cNvSpPr>
          <p:nvPr/>
        </p:nvSpPr>
        <p:spPr>
          <a:xfrm>
            <a:off x="409377" y="1345536"/>
            <a:ext cx="8067909" cy="9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spcBef>
                <a:spcPct val="0"/>
              </a:spcBef>
            </a:pPr>
            <a:r>
              <a:rPr lang="fr-FR" sz="2800" b="1" dirty="0">
                <a:solidFill>
                  <a:srgbClr val="C00000"/>
                </a:solidFill>
                <a:latin typeface="+mj-lt"/>
                <a:ea typeface="+mj-ea"/>
                <a:cs typeface="Calibri" panose="020F0502020204030204" pitchFamily="34" charset="0"/>
              </a:rPr>
              <a:t>Programme 14h-16h30</a:t>
            </a:r>
            <a:endParaRPr lang="fr-FR" sz="2800" dirty="0">
              <a:solidFill>
                <a:srgbClr val="C00000"/>
              </a:solidFill>
              <a:latin typeface="+mj-lt"/>
              <a:ea typeface="+mj-ea"/>
              <a:cs typeface="Calibri" panose="020F0502020204030204" pitchFamily="34" charset="0"/>
            </a:endParaRPr>
          </a:p>
          <a:p>
            <a:pPr defTabSz="1219170">
              <a:lnSpc>
                <a:spcPct val="90000"/>
              </a:lnSpc>
            </a:pPr>
            <a:endParaRPr lang="fr-FR" sz="2800" b="1" kern="0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9AA984F-3C65-41E9-883E-DB73BF2F5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EFE395B-DB4E-4519-807C-CB8B92945B67}"/>
              </a:ext>
            </a:extLst>
          </p:cNvPr>
          <p:cNvSpPr txBox="1"/>
          <p:nvPr/>
        </p:nvSpPr>
        <p:spPr>
          <a:xfrm>
            <a:off x="409377" y="2242216"/>
            <a:ext cx="8402113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400" dirty="0">
                <a:latin typeface="+mj-lt"/>
                <a:ea typeface="Calibri"/>
                <a:cs typeface="Calibri"/>
              </a:rPr>
              <a:t>Présentation - Remise en contexte</a:t>
            </a: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400" dirty="0">
                <a:latin typeface="+mj-lt"/>
                <a:ea typeface="Calibri"/>
                <a:cs typeface="Calibri"/>
              </a:rPr>
              <a:t>Atelier modélisation (échanges)</a:t>
            </a: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400" dirty="0">
                <a:latin typeface="+mj-lt"/>
                <a:ea typeface="Calibri"/>
                <a:cs typeface="Calibri"/>
              </a:rPr>
              <a:t>Conclusion et poursuite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EF5CDFBA-28C7-4803-A3C1-549F88EA3EF8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fr-FR" sz="1100" dirty="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9DFC9C8-743F-4707-8D4D-6BEAFA71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D771BEE-F722-43F8-AF18-D47167628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19" name="Espace réservé du pied de page 10">
            <a:extLst>
              <a:ext uri="{FF2B5EF4-FFF2-40B4-BE49-F238E27FC236}">
                <a16:creationId xmlns:a16="http://schemas.microsoft.com/office/drawing/2014/main" id="{AB076570-CFEA-4AB6-9899-F591311F560D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Institut national de l’information  géographique et forestière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BED6B12-AE2A-4DCA-9183-ECFC6A9055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494" y="3698247"/>
            <a:ext cx="2268756" cy="226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75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59A0-8D28-73CE-FC3C-07C1F2AF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008525-092B-97F0-719E-F2B4ACA7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80000" y="637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C48205-CEA1-74EA-3B52-D14C79F56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649CAF71-85BB-E46B-C9EF-3972E4D631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60000" y="1395766"/>
            <a:ext cx="11232000" cy="4375671"/>
          </a:xfrm>
        </p:spPr>
        <p:txBody>
          <a:bodyPr/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Règles de vie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20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Ecoute, partage de la parole</a:t>
            </a:r>
            <a:endParaRPr lang="fr-FR" sz="206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Bienveillance, droit à l’erreur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Engagement</a:t>
            </a:r>
            <a:endParaRPr lang="fr-FR" sz="206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Atelier en visio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Enregistrement vidéo (pour le CR, non diffusée)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Sondage en ligne sur teams</a:t>
            </a:r>
          </a:p>
          <a:p>
            <a:pPr marL="342900" lvl="1" indent="0">
              <a:buClr>
                <a:srgbClr val="554538"/>
              </a:buClr>
              <a:buNone/>
              <a:defRPr/>
            </a:pPr>
            <a:endParaRPr kumimoji="0" lang="fr-FR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Poursuite des travaux</a:t>
            </a:r>
            <a:endParaRPr lang="fr-F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Envoi des ppt + CR à la liste de mail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Ressources accessibles sur le </a:t>
            </a:r>
            <a:r>
              <a:rPr lang="fr-FR" sz="2066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 et la </a:t>
            </a:r>
            <a:r>
              <a:rPr lang="fr-FR" sz="2066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 CNIG du GT</a:t>
            </a: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Clr>
                <a:srgbClr val="554538"/>
              </a:buClr>
              <a:buFont typeface="Courier New" panose="02070309020205020404" pitchFamily="49" charset="0"/>
              <a:buChar char="o"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Clr>
                <a:srgbClr val="554538"/>
              </a:buClr>
              <a:buFont typeface="Courier New" panose="02070309020205020404" pitchFamily="49" charset="0"/>
              <a:buChar char="o"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  <a:p>
            <a:pPr marL="457200" lvl="1" indent="0" algn="just">
              <a:spcBef>
                <a:spcPts val="300"/>
              </a:spcBef>
              <a:buNone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F1DCB85A-A34F-4AAE-85E5-400DFC79239D}"/>
              </a:ext>
            </a:extLst>
          </p:cNvPr>
          <p:cNvSpPr txBox="1">
            <a:spLocks/>
          </p:cNvSpPr>
          <p:nvPr/>
        </p:nvSpPr>
        <p:spPr bwMode="gray">
          <a:xfrm>
            <a:off x="3926144" y="240000"/>
            <a:ext cx="7905601" cy="4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467" dirty="0"/>
              <a:t>Modalités de travail en commun</a:t>
            </a:r>
            <a:endParaRPr lang="fr-FR" sz="1000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8130CD4-EFAA-483A-9331-8E23B700C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03ECD8A-FFB7-44F8-A6A6-4811D6D8E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  <a:ln>
            <a:noFill/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A3E84CF-23C6-4986-B9E8-9952BC28BC0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98266">
            <a:off x="8228884" y="1942193"/>
            <a:ext cx="2046231" cy="2046231"/>
          </a:xfrm>
          <a:prstGeom prst="rect">
            <a:avLst/>
          </a:prstGeom>
          <a:ln>
            <a:noFill/>
          </a:ln>
        </p:spPr>
      </p:pic>
      <p:sp>
        <p:nvSpPr>
          <p:cNvPr id="12" name="Espace réservé du pied de page 10">
            <a:extLst>
              <a:ext uri="{FF2B5EF4-FFF2-40B4-BE49-F238E27FC236}">
                <a16:creationId xmlns:a16="http://schemas.microsoft.com/office/drawing/2014/main" id="{41CF2B8A-B32D-4C3F-AF16-7BE3942317D0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1514211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59A0-8D28-73CE-FC3C-07C1F2AF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008525-092B-97F0-719E-F2B4ACA7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80000" y="637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C48205-CEA1-74EA-3B52-D14C79F56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649CAF71-85BB-E46B-C9EF-3972E4D631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13660" y="1575314"/>
            <a:ext cx="11232000" cy="4375671"/>
          </a:xfrm>
        </p:spPr>
        <p:txBody>
          <a:bodyPr/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Couper son micro lorsqu’on ne parle pas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20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Surtout si son bureau est bruyant!</a:t>
            </a:r>
            <a:endParaRPr lang="fr-FR" sz="2066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Ne pas hésiter à mettre des liens ou autres informations dans le tchat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Les sondages seront présents dans les conversations</a:t>
            </a:r>
          </a:p>
          <a:p>
            <a:pPr marL="342900" lvl="1" indent="0">
              <a:buClr>
                <a:srgbClr val="554538"/>
              </a:buClr>
              <a:buNone/>
              <a:defRPr/>
            </a:pPr>
            <a:endParaRPr kumimoji="0" lang="fr-FR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Activer si possible sa caméra </a:t>
            </a:r>
          </a:p>
          <a:p>
            <a:pPr marL="678892" lvl="1" indent="-342900" defTabSz="914400"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267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S</a:t>
            </a:r>
            <a:r>
              <a:rPr lang="fr-FR" sz="2267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’il y a du monde, </a:t>
            </a:r>
            <a:r>
              <a:rPr lang="fr-FR" sz="2267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l</a:t>
            </a:r>
            <a:r>
              <a:rPr lang="fr-FR" sz="2267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orsqu’on</a:t>
            </a:r>
            <a:r>
              <a:rPr lang="fr-FR" sz="2267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 prend la parole uniquement</a:t>
            </a:r>
          </a:p>
          <a:p>
            <a:pPr marL="678892" lvl="1" indent="-342900" defTabSz="914400"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kumimoji="0" lang="fr-FR" sz="2267" b="0" dirty="0">
              <a:solidFill>
                <a:srgbClr val="000000"/>
              </a:solidFill>
              <a:latin typeface="Calibri"/>
              <a:ea typeface="Times New Roman" panose="02020603050405020304" pitchFamily="18" charset="0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Prendre la parole peut être compliqué…</a:t>
            </a:r>
          </a:p>
          <a:p>
            <a:pPr marL="678892" lvl="1" indent="-342900" defTabSz="914400"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267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ne pas hésiter à lever la main pour être entendu!</a:t>
            </a:r>
            <a:endParaRPr lang="fr-FR" sz="2267" b="0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678892" lvl="1" indent="-342900" defTabSz="914400"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Clr>
                <a:srgbClr val="554538"/>
              </a:buClr>
              <a:buFont typeface="Courier New" panose="02070309020205020404" pitchFamily="49" charset="0"/>
              <a:buChar char="o"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  <a:p>
            <a:pPr marL="457200" lvl="1" indent="0" algn="just">
              <a:spcBef>
                <a:spcPts val="300"/>
              </a:spcBef>
              <a:buNone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8130CD4-EFAA-483A-9331-8E23B700C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03ECD8A-FFB7-44F8-A6A6-4811D6D8E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  <a:ln>
            <a:noFill/>
          </a:ln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B873A65-A0B4-4677-881C-E879864D51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352" b="9044"/>
          <a:stretch/>
        </p:blipFill>
        <p:spPr>
          <a:xfrm>
            <a:off x="427606" y="5158231"/>
            <a:ext cx="1286054" cy="87044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0A823BF-0A52-48B4-ADEF-75844D979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01" y="2598988"/>
            <a:ext cx="1181265" cy="89547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3379E5B-409C-4A5A-AB41-20386009354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2013"/>
          <a:stretch/>
        </p:blipFill>
        <p:spPr>
          <a:xfrm>
            <a:off x="480001" y="1431680"/>
            <a:ext cx="1181265" cy="819264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6A2A8EB-338A-4B5A-B95F-D060CC35F1D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170"/>
          <a:stretch/>
        </p:blipFill>
        <p:spPr>
          <a:xfrm>
            <a:off x="655981" y="3921478"/>
            <a:ext cx="829304" cy="80973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2F5F5647-0945-402A-A80E-A53909DA03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6787" y="700879"/>
            <a:ext cx="7726434" cy="413556"/>
          </a:xfrm>
          <a:prstGeom prst="rect">
            <a:avLst/>
          </a:prstGeom>
        </p:spPr>
      </p:pic>
      <p:sp>
        <p:nvSpPr>
          <p:cNvPr id="19" name="Espace réservé du texte 7">
            <a:extLst>
              <a:ext uri="{FF2B5EF4-FFF2-40B4-BE49-F238E27FC236}">
                <a16:creationId xmlns:a16="http://schemas.microsoft.com/office/drawing/2014/main" id="{31834D05-96E3-4382-924B-3E0CAD8973C6}"/>
              </a:ext>
            </a:extLst>
          </p:cNvPr>
          <p:cNvSpPr txBox="1">
            <a:spLocks/>
          </p:cNvSpPr>
          <p:nvPr/>
        </p:nvSpPr>
        <p:spPr bwMode="gray">
          <a:xfrm>
            <a:off x="3926144" y="240000"/>
            <a:ext cx="7905601" cy="4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467" dirty="0"/>
              <a:t>B.a.ba de la visio</a:t>
            </a:r>
            <a:endParaRPr lang="fr-FR" sz="1000" dirty="0"/>
          </a:p>
        </p:txBody>
      </p:sp>
      <p:sp>
        <p:nvSpPr>
          <p:cNvPr id="20" name="Espace réservé du pied de page 10">
            <a:extLst>
              <a:ext uri="{FF2B5EF4-FFF2-40B4-BE49-F238E27FC236}">
                <a16:creationId xmlns:a16="http://schemas.microsoft.com/office/drawing/2014/main" id="{11E1EEA8-9C02-4AD2-8C3F-8B50459CA4E3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2361275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4A21B9-D2B4-49C3-B39A-984967DE242D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792335" y="2769990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Mise en contexte</a:t>
            </a:r>
          </a:p>
        </p:txBody>
      </p:sp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2007A2-99E4-4F9F-A223-1CF2C8BA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16/01/2025</a:t>
            </a:r>
            <a:endParaRPr lang="fr-FR" cap="all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28CB49-4516-4C3D-974F-D42AC1FF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5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AC47F03-C326-4966-BB4C-AB1203A181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143" y="2287770"/>
            <a:ext cx="1551842" cy="1551842"/>
          </a:xfrm>
          <a:prstGeom prst="rect">
            <a:avLst/>
          </a:prstGeom>
        </p:spPr>
      </p:pic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A0B99B6E-89EA-421B-BD04-F5AC00C65404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466253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47595" y="347789"/>
            <a:ext cx="9575076" cy="425595"/>
          </a:xfrm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/>
            <a:r>
              <a:rPr lang="fr-FR" dirty="0"/>
              <a:t>Projet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30" y="-5020"/>
              <a:ext cx="8263" cy="8263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80" y="-418170"/>
                <a:ext cx="826300" cy="8263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81"/>
            <a:ext cx="11551699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 algn="just" defTabSz="914377">
              <a:defRPr/>
            </a:pPr>
            <a:endParaRPr lang="fr-FR" sz="16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55551" y="775381"/>
            <a:ext cx="11916357" cy="51198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buFont typeface="Arial" panose="020B0604020202020204" pitchFamily="34" charset="0"/>
              <a:buChar char="•"/>
            </a:pPr>
            <a:r>
              <a:rPr lang="it-IT" sz="1600" b="0" dirty="0">
                <a:solidFill>
                  <a:srgbClr val="000000"/>
                </a:solidFill>
                <a:latin typeface="+mn-lt"/>
              </a:rPr>
              <a:t>Pilotage MASA &amp; MI, animation IGN &amp; FCBA</a:t>
            </a:r>
          </a:p>
          <a:p>
            <a:pPr lvl="1" algn="just" fontAlgn="base"/>
            <a:endParaRPr lang="fr-FR" sz="1400" b="0" dirty="0">
              <a:solidFill>
                <a:srgbClr val="000000"/>
              </a:solidFill>
              <a:latin typeface="+mn-l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600" b="0" dirty="0">
                <a:solidFill>
                  <a:srgbClr val="000000"/>
                </a:solidFill>
                <a:latin typeface="+mn-lt"/>
              </a:rPr>
              <a:t>Loi Incendie</a:t>
            </a:r>
          </a:p>
          <a:p>
            <a:pPr lvl="1" algn="just" fontAlgn="base"/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Art. L. 153-9. – […] II. – Chaque département établit et met à jour, au moins tous les cinq ans, une carte des 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voies d’accès aux ressources forestières, 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E1000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des voies de défense des bois et forêts contre l’incendie et des points d’eau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. Cette carte est mise à disposition </a:t>
            </a:r>
            <a:r>
              <a:rPr kumimoji="0" lang="fr-FR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gratuitement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 et </a:t>
            </a:r>
            <a:r>
              <a:rPr kumimoji="0" lang="fr-FR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librement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 sous une forme dématérialisée, sur un portail national commun au plus tard le 1</a:t>
            </a:r>
            <a:r>
              <a:rPr kumimoji="0" lang="fr-FR" sz="900" b="0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er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 janvier 2026</a:t>
            </a:r>
          </a:p>
          <a:p>
            <a:pPr lvl="1" algn="just" fontAlgn="base"/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Article 4 : « Un arrêté du ministre chargé de l'agriculture définit des </a:t>
            </a:r>
            <a:r>
              <a:rPr kumimoji="0" lang="fr-FR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normes cartographiques 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en vue d'assurer </a:t>
            </a:r>
            <a:r>
              <a:rPr kumimoji="0" lang="fr-FR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l'harmonisation nationale des cartes départementales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. »</a:t>
            </a:r>
          </a:p>
          <a:p>
            <a:pPr lvl="1" algn="just" fontAlgn="base"/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Arrêté ministériel en cours de rédaction pour imposer le standard CNIG Dessertes en forêt : Transport de bois et DFCI comme norme cartographique</a:t>
            </a:r>
          </a:p>
          <a:p>
            <a:pPr marL="809625" lvl="2" indent="0" algn="just" fontAlgn="base">
              <a:buNone/>
            </a:pPr>
            <a:endParaRPr lang="fr-FR" sz="1600" b="0" dirty="0">
              <a:solidFill>
                <a:srgbClr val="000000"/>
              </a:solidFill>
              <a:latin typeface="+mn-l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600" b="0" dirty="0">
                <a:solidFill>
                  <a:srgbClr val="000000"/>
                </a:solidFill>
                <a:latin typeface="+mn-lt"/>
              </a:rPr>
              <a:t>Objectif du standard V2</a:t>
            </a: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400" b="1" dirty="0">
                <a:latin typeface="+mn-lt"/>
              </a:rPr>
              <a:t>Assurer cohérence </a:t>
            </a:r>
            <a:r>
              <a:rPr lang="fr-FR" sz="1400" dirty="0">
                <a:latin typeface="+mn-lt"/>
              </a:rPr>
              <a:t>entre l’ensemble des données et acteurs</a:t>
            </a: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400" b="1" dirty="0">
                <a:latin typeface="+mn-lt"/>
              </a:rPr>
              <a:t>Uniformiser les productions </a:t>
            </a:r>
            <a:r>
              <a:rPr lang="fr-FR" sz="1400" dirty="0">
                <a:solidFill>
                  <a:srgbClr val="000000"/>
                </a:solidFill>
                <a:latin typeface="+mn-lt"/>
              </a:rPr>
              <a:t>régionales ou locales de données</a:t>
            </a:r>
            <a:endParaRPr lang="fr-FR" sz="1400" dirty="0">
              <a:solidFill>
                <a:srgbClr val="000000"/>
              </a:solidFill>
              <a:latin typeface="+mn-lt"/>
              <a:cs typeface="Arial"/>
            </a:endParaRP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400" dirty="0">
                <a:latin typeface="+mn-lt"/>
                <a:cs typeface="Arial"/>
              </a:rPr>
              <a:t>Faciliter leur </a:t>
            </a:r>
            <a:r>
              <a:rPr lang="fr-FR" sz="1400" b="1" dirty="0">
                <a:latin typeface="+mn-lt"/>
                <a:cs typeface="Arial"/>
              </a:rPr>
              <a:t>intégration dans une base nationale unique</a:t>
            </a: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Intégrer </a:t>
            </a:r>
            <a:r>
              <a:rPr lang="fr-FR" sz="1400" dirty="0">
                <a:latin typeface="+mn-lt"/>
              </a:rPr>
              <a:t>les </a:t>
            </a:r>
            <a:r>
              <a:rPr lang="fr-FR" sz="1400" b="1" dirty="0">
                <a:latin typeface="+mn-lt"/>
              </a:rPr>
              <a:t>thématiques « Pistes DFCI » et « Points d’eau »</a:t>
            </a: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400" dirty="0">
                <a:latin typeface="+mn-lt"/>
              </a:rPr>
              <a:t>Rendre le modèle de données compatible avec celui de la </a:t>
            </a:r>
            <a:r>
              <a:rPr lang="fr-FR" sz="1400" b="1" dirty="0">
                <a:latin typeface="+mn-lt"/>
              </a:rPr>
              <a:t>BD TOPO</a:t>
            </a: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400" dirty="0">
                <a:latin typeface="+mn-lt"/>
              </a:rPr>
              <a:t>Prendre en compte le </a:t>
            </a:r>
            <a:r>
              <a:rPr lang="fr-FR" sz="1400" b="1" dirty="0">
                <a:latin typeface="+mn-lt"/>
              </a:rPr>
              <a:t>retour d'expérience </a:t>
            </a:r>
            <a:r>
              <a:rPr lang="fr-FR" sz="1400" dirty="0">
                <a:latin typeface="+mn-lt"/>
              </a:rPr>
              <a:t>de la v1</a:t>
            </a:r>
          </a:p>
          <a:p>
            <a:pPr lvl="1" algn="just" fontAlgn="base"/>
            <a:endParaRPr lang="fr-FR" sz="1600" b="0" dirty="0">
              <a:solidFill>
                <a:srgbClr val="000000"/>
              </a:solidFill>
              <a:latin typeface="+mn-lt"/>
            </a:endParaRPr>
          </a:p>
          <a:p>
            <a:pPr algn="just" defTabSz="1219170"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Livrables attendus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4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Une </a:t>
            </a:r>
            <a:r>
              <a:rPr lang="fr-FR" sz="140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V2 du standard </a:t>
            </a:r>
            <a:r>
              <a:rPr lang="fr-FR" sz="14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« Dessertes en forêt : Transport de bois et DFCI »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4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Un </a:t>
            </a:r>
            <a:r>
              <a:rPr lang="fr-FR" sz="140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modèle conceptuel de données  </a:t>
            </a:r>
            <a:r>
              <a:rPr lang="fr-FR" sz="14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(+ table de correspondance Standard/BD TOPO)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4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Un </a:t>
            </a:r>
            <a:r>
              <a:rPr lang="fr-FR" sz="140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schéma</a:t>
            </a:r>
            <a:r>
              <a:rPr lang="fr-FR" sz="14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 pour validateurs (compatible </a:t>
            </a:r>
            <a:r>
              <a:rPr lang="fr-FR" sz="1400" b="0" dirty="0" err="1">
                <a:solidFill>
                  <a:srgbClr val="000000"/>
                </a:solidFill>
                <a:latin typeface="+mj-lt"/>
                <a:ea typeface="Calibri"/>
                <a:cs typeface="Arial"/>
              </a:rPr>
              <a:t>schema.data.gouv</a:t>
            </a:r>
            <a:r>
              <a:rPr lang="fr-FR" sz="14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/</a:t>
            </a:r>
            <a:r>
              <a:rPr lang="fr-FR" sz="1400" b="0" dirty="0" err="1">
                <a:solidFill>
                  <a:srgbClr val="000000"/>
                </a:solidFill>
                <a:latin typeface="+mj-lt"/>
                <a:ea typeface="Calibri"/>
                <a:cs typeface="Arial"/>
              </a:rPr>
              <a:t>validata</a:t>
            </a:r>
            <a:r>
              <a:rPr lang="fr-FR" sz="14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)</a:t>
            </a:r>
          </a:p>
          <a:p>
            <a:pPr algn="just" defTabSz="1219170"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endParaRPr lang="fr-FR" sz="1867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0B07EC7-4B72-4890-83EE-2C06AD6BC0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680" y="259092"/>
            <a:ext cx="660639" cy="660639"/>
          </a:xfrm>
          <a:prstGeom prst="rect">
            <a:avLst/>
          </a:prstGeom>
          <a:ln>
            <a:noFill/>
          </a:ln>
        </p:spPr>
      </p:pic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ADDD59FF-C10E-4D70-94CF-5423E96963FA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5" name="Espace réservé du numéro de diapositive 16">
            <a:extLst>
              <a:ext uri="{FF2B5EF4-FFF2-40B4-BE49-F238E27FC236}">
                <a16:creationId xmlns:a16="http://schemas.microsoft.com/office/drawing/2014/main" id="{D9D6A77B-C90B-4BA5-B67B-E8110E1FB2FD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6</a:t>
            </a:fld>
            <a:endParaRPr lang="fr-FR" sz="1000" b="1" dirty="0"/>
          </a:p>
        </p:txBody>
      </p:sp>
      <p:pic>
        <p:nvPicPr>
          <p:cNvPr id="16" name="Picture 9">
            <a:extLst>
              <a:ext uri="{FF2B5EF4-FFF2-40B4-BE49-F238E27FC236}">
                <a16:creationId xmlns:a16="http://schemas.microsoft.com/office/drawing/2014/main" id="{D50FD7D4-0ED8-48F7-A85E-3DDC5A399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2299D64-C0CA-4239-8A56-691C7E50A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Espace réservé de la date 2">
            <a:extLst>
              <a:ext uri="{FF2B5EF4-FFF2-40B4-BE49-F238E27FC236}">
                <a16:creationId xmlns:a16="http://schemas.microsoft.com/office/drawing/2014/main" id="{460D8887-570A-47F8-A659-F51CA2C60395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 dirty="0"/>
              <a:t>27/11/2025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967C2C-DB88-4A89-BF95-5B6D38F43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588F01B-8BA8-4E52-9ECA-78FE89B5F248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7598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4659" y="368683"/>
            <a:ext cx="9575076" cy="425595"/>
          </a:xfrm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/>
            <a:r>
              <a:rPr lang="fr-FR" dirty="0"/>
              <a:t>Fonctionnement des outils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30" y="-5020"/>
              <a:ext cx="8263" cy="8263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80" y="-418170"/>
                <a:ext cx="826300" cy="8263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81"/>
            <a:ext cx="11551699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 algn="just" defTabSz="914377">
              <a:defRPr/>
            </a:pPr>
            <a:endParaRPr lang="fr-FR" sz="16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220092" y="1019656"/>
            <a:ext cx="11551699" cy="51198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11" lvl="1" indent="-342900" algn="just">
              <a:buClr>
                <a:srgbClr val="554538"/>
              </a:buClr>
              <a:defRPr/>
            </a:pP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Liste de diffusion par mail (inscription via </a:t>
            </a:r>
            <a:r>
              <a:rPr lang="fr-FR" sz="1867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marion.lacroix@ign.fr</a:t>
            </a: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)</a:t>
            </a:r>
          </a:p>
          <a:p>
            <a:pPr marL="571511" lvl="1" indent="-342900" algn="just">
              <a:buClr>
                <a:srgbClr val="554538"/>
              </a:buClr>
              <a:defRPr/>
            </a:pPr>
            <a:endParaRPr lang="fr-FR" sz="1867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2 espaces de travail commun</a:t>
            </a:r>
          </a:p>
          <a:p>
            <a:pPr lvl="2" indent="-457189" algn="just">
              <a:buClr>
                <a:srgbClr val="554538"/>
              </a:buClr>
              <a:buFont typeface="Arial" panose="020B0604020202020204" pitchFamily="34" charset="0"/>
              <a:buChar char="•"/>
              <a:defRPr/>
            </a:pPr>
            <a:r>
              <a:rPr lang="fr-FR" sz="1867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Calibri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fr-FR" sz="1867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Calibri"/>
                <a:cs typeface="Arial"/>
              </a:rPr>
              <a:t> </a:t>
            </a:r>
            <a:r>
              <a:rPr lang="fr-FR" sz="1867" dirty="0">
                <a:solidFill>
                  <a:srgbClr val="000000"/>
                </a:solidFill>
                <a:latin typeface="+mj-lt"/>
                <a:cs typeface="Arial"/>
              </a:rPr>
              <a:t>(maj + rapide)</a:t>
            </a:r>
          </a:p>
          <a:p>
            <a:pPr lvl="3" indent="-457189" algn="just">
              <a:buClr>
                <a:srgbClr val="554538"/>
              </a:buClr>
              <a:defRPr/>
            </a:pPr>
            <a:r>
              <a:rPr lang="fr-FR" sz="1867" dirty="0">
                <a:solidFill>
                  <a:srgbClr val="000000"/>
                </a:solidFill>
                <a:latin typeface="+mj-lt"/>
                <a:cs typeface="Arial"/>
              </a:rPr>
              <a:t>Espace Suivi (de réunions) </a:t>
            </a:r>
            <a:r>
              <a:rPr lang="fr-FR" sz="1867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(ODJ, CR, ppt)</a:t>
            </a:r>
            <a:endParaRPr lang="fr-FR" sz="1867" dirty="0">
              <a:solidFill>
                <a:srgbClr val="000000"/>
              </a:solidFill>
              <a:latin typeface="+mj-lt"/>
              <a:cs typeface="Arial"/>
            </a:endParaRPr>
          </a:p>
          <a:p>
            <a:pPr lvl="3" indent="-457189" algn="just">
              <a:buClr>
                <a:srgbClr val="554538"/>
              </a:buClr>
              <a:defRPr/>
            </a:pPr>
            <a:r>
              <a:rPr lang="fr-FR" sz="1867" dirty="0">
                <a:solidFill>
                  <a:srgbClr val="000000"/>
                </a:solidFill>
                <a:latin typeface="+mj-lt"/>
                <a:cs typeface="Arial"/>
              </a:rPr>
              <a:t>Espace Ressources (standards préexistants, tables de travail)</a:t>
            </a:r>
          </a:p>
          <a:p>
            <a:pPr marL="1143011" lvl="3" indent="0" algn="just">
              <a:buClr>
                <a:srgbClr val="554538"/>
              </a:buClr>
              <a:buNone/>
              <a:defRPr/>
            </a:pPr>
            <a:endParaRPr lang="fr-FR" sz="1867" dirty="0">
              <a:solidFill>
                <a:srgbClr val="000000"/>
              </a:solidFill>
              <a:latin typeface="+mj-lt"/>
              <a:cs typeface="Arial"/>
            </a:endParaRPr>
          </a:p>
          <a:p>
            <a:pPr lvl="2" indent="-457189" algn="just">
              <a:buClr>
                <a:srgbClr val="554538"/>
              </a:buClr>
              <a:buFont typeface="Arial" panose="020B0604020202020204" pitchFamily="34" charset="0"/>
              <a:buChar char="•"/>
              <a:defRPr/>
            </a:pPr>
            <a:r>
              <a:rPr lang="fr-FR" sz="1867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Calibri"/>
                <a:cs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 CNIG du GT</a:t>
            </a:r>
            <a:endParaRPr lang="fr-FR" sz="1867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Calibri"/>
              <a:cs typeface="Arial"/>
            </a:endParaRPr>
          </a:p>
          <a:p>
            <a:pPr lvl="3" indent="-457189" algn="just">
              <a:buClr>
                <a:srgbClr val="554538"/>
              </a:buClr>
              <a:defRPr/>
            </a:pPr>
            <a:r>
              <a:rPr lang="fr-FR" sz="1867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Espace Réunions (ODJ, CR, ppt, etc.)</a:t>
            </a:r>
          </a:p>
          <a:p>
            <a:pPr lvl="3" indent="-457189" algn="just">
              <a:buClr>
                <a:srgbClr val="554538"/>
              </a:buClr>
              <a:defRPr/>
            </a:pPr>
            <a:r>
              <a:rPr lang="fr-FR" sz="1867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Espace Ressources (</a:t>
            </a:r>
            <a:r>
              <a:rPr lang="fr-FR" sz="1867" dirty="0">
                <a:solidFill>
                  <a:srgbClr val="000000"/>
                </a:solidFill>
                <a:latin typeface="+mj-lt"/>
                <a:cs typeface="Arial"/>
              </a:rPr>
              <a:t>standards préexistants, tables de travail)</a:t>
            </a:r>
          </a:p>
          <a:p>
            <a:pPr lvl="3" indent="-457189" algn="just">
              <a:buClr>
                <a:srgbClr val="554538"/>
              </a:buClr>
              <a:defRPr/>
            </a:pPr>
            <a:endParaRPr lang="fr-FR" sz="1867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  <a:p>
            <a:pPr marL="571511" lvl="1" indent="-342900" algn="just">
              <a:buClr>
                <a:srgbClr val="554538"/>
              </a:buClr>
              <a:defRPr/>
            </a:pPr>
            <a:endParaRPr lang="fr-FR" sz="1867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  <a:p>
            <a:pPr marL="228611" lvl="1" indent="0" algn="just">
              <a:buClr>
                <a:srgbClr val="554538"/>
              </a:buClr>
              <a:buNone/>
              <a:defRPr/>
            </a:pPr>
            <a:endParaRPr lang="fr-FR" sz="1867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  <a:p>
            <a:pPr marL="228611" lvl="1" indent="0" algn="just">
              <a:buClr>
                <a:srgbClr val="554538"/>
              </a:buClr>
              <a:buNone/>
              <a:defRPr/>
            </a:pPr>
            <a:endParaRPr lang="fr-FR" sz="1867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  <a:p>
            <a:pPr marL="609585" lvl="1" indent="0" algn="just" fontAlgn="base">
              <a:buNone/>
            </a:pPr>
            <a:endParaRPr lang="fr-FR" sz="1867" b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0" name="Espace réservé du pied de page 10">
            <a:extLst>
              <a:ext uri="{FF2B5EF4-FFF2-40B4-BE49-F238E27FC236}">
                <a16:creationId xmlns:a16="http://schemas.microsoft.com/office/drawing/2014/main" id="{ACA5AA55-4944-494B-AE2F-E60D5AE09758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3" name="Espace réservé de la date 1">
            <a:extLst>
              <a:ext uri="{FF2B5EF4-FFF2-40B4-BE49-F238E27FC236}">
                <a16:creationId xmlns:a16="http://schemas.microsoft.com/office/drawing/2014/main" id="{86F9FF89-4547-44A3-9827-EF30F4337D6C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19/11/2025</a:t>
            </a:r>
          </a:p>
        </p:txBody>
      </p:sp>
      <p:sp>
        <p:nvSpPr>
          <p:cNvPr id="15" name="Espace réservé du numéro de diapositive 16">
            <a:extLst>
              <a:ext uri="{FF2B5EF4-FFF2-40B4-BE49-F238E27FC236}">
                <a16:creationId xmlns:a16="http://schemas.microsoft.com/office/drawing/2014/main" id="{14A00CCA-0266-482F-9902-F820C1DFE544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7</a:t>
            </a:fld>
            <a:endParaRPr lang="fr-FR" sz="1000" b="1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D9FDE06-1C77-4AFB-88C2-152FE254EA0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494" y="138882"/>
            <a:ext cx="768085" cy="768085"/>
          </a:xfrm>
          <a:prstGeom prst="rect">
            <a:avLst/>
          </a:prstGeom>
          <a:ln>
            <a:noFill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634F7AD-C778-4EF9-813C-C8CC8069D3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5644" y="4917692"/>
            <a:ext cx="4416141" cy="174896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42BC7BD-FA07-45DB-8C31-2A0868ECEA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334" y="4922179"/>
            <a:ext cx="5207225" cy="1695821"/>
          </a:xfrm>
          <a:prstGeom prst="rect">
            <a:avLst/>
          </a:prstGeom>
        </p:spPr>
      </p:pic>
      <p:pic>
        <p:nvPicPr>
          <p:cNvPr id="17" name="Picture 9">
            <a:extLst>
              <a:ext uri="{FF2B5EF4-FFF2-40B4-BE49-F238E27FC236}">
                <a16:creationId xmlns:a16="http://schemas.microsoft.com/office/drawing/2014/main" id="{10F2F014-BA0F-4AD1-8F05-660947072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2FF3FB1-3E32-41EB-B6D3-9811DD4BF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0F1076-78B2-44CC-B244-0C4FCD513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588F01B-8BA8-4E52-9ECA-78FE89B5F248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8520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47595" y="347789"/>
            <a:ext cx="9575076" cy="425595"/>
          </a:xfrm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Objectifs du sous-groupe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30" y="-5020"/>
              <a:ext cx="8263" cy="8263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80" y="-418170"/>
                <a:ext cx="826300" cy="8263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81"/>
            <a:ext cx="11551699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 algn="just" defTabSz="914377">
              <a:defRPr/>
            </a:pPr>
            <a:endParaRPr lang="fr-FR" sz="16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250307" y="1098427"/>
            <a:ext cx="11491268" cy="51198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+mn-lt"/>
                <a:cs typeface="Arial"/>
              </a:rPr>
              <a:t>Standard CNIG Dessertes en forêt : Transport de bois et DFCI en construction</a:t>
            </a:r>
          </a:p>
          <a:p>
            <a:pPr lvl="1"/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Modélisation des linéaires et ponctuels Contraintes et Equipements en cours</a:t>
            </a:r>
          </a:p>
          <a:p>
            <a:pPr lvl="1"/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Modélisation ponctuels Points d’eau en forêt à établir</a:t>
            </a:r>
          </a:p>
          <a:p>
            <a:pPr marL="457200" lvl="1" indent="0">
              <a:buNone/>
            </a:pPr>
            <a:endParaRPr lang="fr-FR" sz="1400" dirty="0">
              <a:solidFill>
                <a:schemeClr val="tx1"/>
              </a:solidFill>
              <a:latin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Objectif de la matinée</a:t>
            </a:r>
          </a:p>
          <a:p>
            <a:pPr lvl="1"/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Définir notre socle de donnée commun pour les points d’eau en forêt qui sera contenu dans le standard CNIG</a:t>
            </a:r>
          </a:p>
          <a:p>
            <a:pPr lvl="1"/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Discussions seront peut-être à continuer par mail ou 2eme réunion</a:t>
            </a:r>
          </a:p>
          <a:p>
            <a:pPr lvl="1"/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Besoin de validation par mail de l’ensemble du sous-groupe</a:t>
            </a:r>
          </a:p>
          <a:p>
            <a:pPr lvl="1"/>
            <a:endParaRPr lang="fr-FR" sz="16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Les points d’eau </a:t>
            </a: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  <a:sym typeface="Wingdings" panose="05000000000000000000" pitchFamily="2" charset="2"/>
              </a:rPr>
              <a:t></a:t>
            </a: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lang="fr-FR" sz="1600" dirty="0">
                <a:solidFill>
                  <a:schemeClr val="tx1"/>
                </a:solidFill>
                <a:latin typeface="+mn-lt"/>
                <a:cs typeface="Arial"/>
              </a:rPr>
              <a:t>Standard AFIGEO « Points d’eau » déjà existant</a:t>
            </a:r>
          </a:p>
          <a:p>
            <a:pPr lvl="1" algn="just">
              <a:spcBef>
                <a:spcPts val="267"/>
              </a:spcBef>
              <a:spcAft>
                <a:spcPts val="267"/>
              </a:spcAft>
            </a:pPr>
            <a:r>
              <a:rPr lang="fr-FR" sz="1600" b="0" dirty="0">
                <a:solidFill>
                  <a:srgbClr val="333333"/>
                </a:solidFill>
                <a:latin typeface="+mn-lt"/>
                <a:cs typeface="Arial"/>
              </a:rPr>
              <a:t>Modèle de données conçu pour les PEI (</a:t>
            </a:r>
            <a:r>
              <a:rPr lang="fr-FR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AFIGEO</a:t>
            </a:r>
            <a:r>
              <a:rPr lang="fr-FR" sz="1600" b="0" dirty="0">
                <a:solidFill>
                  <a:srgbClr val="333333"/>
                </a:solidFill>
                <a:latin typeface="+mn-lt"/>
                <a:cs typeface="Arial"/>
              </a:rPr>
              <a:t>)</a:t>
            </a:r>
            <a:endParaRPr lang="fr-FR" sz="1600" b="0" dirty="0">
              <a:solidFill>
                <a:srgbClr val="000000"/>
              </a:solidFill>
              <a:latin typeface="+mn-lt"/>
              <a:cs typeface="Arial"/>
            </a:endParaRPr>
          </a:p>
          <a:p>
            <a:pPr lvl="1" algn="just">
              <a:spcBef>
                <a:spcPts val="267"/>
              </a:spcBef>
              <a:spcAft>
                <a:spcPts val="267"/>
              </a:spcAft>
            </a:pPr>
            <a:r>
              <a:rPr lang="fr-FR" sz="1600" b="0" dirty="0">
                <a:solidFill>
                  <a:srgbClr val="333333"/>
                </a:solidFill>
                <a:latin typeface="+mn-lt"/>
                <a:cs typeface="Arial"/>
              </a:rPr>
              <a:t>Utilisé dans </a:t>
            </a:r>
            <a:r>
              <a:rPr lang="fr-FR" sz="1600" b="0" dirty="0" err="1">
                <a:solidFill>
                  <a:srgbClr val="333333"/>
                </a:solidFill>
                <a:latin typeface="+mn-lt"/>
                <a:cs typeface="Arial"/>
              </a:rPr>
              <a:t>NexSIS</a:t>
            </a:r>
            <a:r>
              <a:rPr lang="fr-FR" sz="1600" b="0" dirty="0">
                <a:solidFill>
                  <a:srgbClr val="333333"/>
                </a:solidFill>
                <a:latin typeface="+mn-lt"/>
                <a:cs typeface="Arial"/>
              </a:rPr>
              <a:t> </a:t>
            </a:r>
          </a:p>
          <a:p>
            <a:pPr lvl="1" algn="just">
              <a:spcBef>
                <a:spcPts val="267"/>
              </a:spcBef>
              <a:spcAft>
                <a:spcPts val="267"/>
              </a:spcAft>
            </a:pP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Problème : ne couvre pas/n’est pas spécialisé pour les points d’eau en forêt</a:t>
            </a:r>
          </a:p>
          <a:p>
            <a:pPr lvl="1"/>
            <a:endParaRPr lang="fr-FR" sz="16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 lvl="1" algn="just">
              <a:spcBef>
                <a:spcPts val="267"/>
              </a:spcBef>
              <a:spcAft>
                <a:spcPts val="267"/>
              </a:spcAft>
            </a:pPr>
            <a:endParaRPr lang="fr-FR" sz="16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457200" lvl="1" indent="0" algn="just">
              <a:spcBef>
                <a:spcPts val="267"/>
              </a:spcBef>
              <a:spcAft>
                <a:spcPts val="267"/>
              </a:spcAft>
              <a:buNone/>
            </a:pPr>
            <a:endParaRPr lang="fr-FR" sz="16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 lvl="1" algn="just">
              <a:spcBef>
                <a:spcPts val="267"/>
              </a:spcBef>
              <a:spcAft>
                <a:spcPts val="267"/>
              </a:spcAft>
            </a:pPr>
            <a:endParaRPr lang="fr-FR" sz="16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67" b="0" i="1" dirty="0">
              <a:latin typeface="+mn-lt"/>
              <a:ea typeface="Calibri"/>
              <a:cs typeface="Calibri"/>
            </a:endParaRPr>
          </a:p>
          <a:p>
            <a:pPr lvl="1"/>
            <a:endParaRPr lang="fr-FR" sz="1867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 lvl="1"/>
            <a:endParaRPr lang="fr-FR" sz="1867" b="0" dirty="0">
              <a:latin typeface="+mn-lt"/>
            </a:endParaRPr>
          </a:p>
          <a:p>
            <a:pPr lvl="1">
              <a:spcBef>
                <a:spcPts val="400"/>
              </a:spcBef>
            </a:pPr>
            <a:endParaRPr lang="fr-FR" sz="1867" b="0" dirty="0">
              <a:solidFill>
                <a:srgbClr val="000000"/>
              </a:solidFill>
              <a:latin typeface="+mn-lt"/>
              <a:ea typeface="Times New Roman" panose="02020603050405020304" pitchFamily="18" charset="0"/>
              <a:cs typeface="Arial"/>
            </a:endParaRPr>
          </a:p>
          <a:p>
            <a:pPr lvl="1"/>
            <a:endParaRPr lang="fr-FR" sz="1867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  <a:p>
            <a:pPr lvl="1">
              <a:spcBef>
                <a:spcPts val="400"/>
              </a:spcBef>
            </a:pPr>
            <a:endParaRPr lang="fr-FR" sz="1867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1867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fr-FR" sz="1867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1867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D45D7053-98AF-4A07-9E73-AB2DF62757F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003" y="4688178"/>
            <a:ext cx="626348" cy="626348"/>
          </a:xfrm>
          <a:prstGeom prst="rect">
            <a:avLst/>
          </a:prstGeom>
          <a:ln>
            <a:noFill/>
          </a:ln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A1D6A823-D8B3-4569-B06E-DEDD59EFAE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0644" y="4791230"/>
            <a:ext cx="1381016" cy="350356"/>
          </a:xfrm>
          <a:prstGeom prst="rect">
            <a:avLst/>
          </a:prstGeom>
          <a:ln>
            <a:noFill/>
          </a:ln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C8963FB3-8EF4-433A-87D8-A395D96A505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981" y="4514207"/>
            <a:ext cx="554047" cy="554047"/>
          </a:xfrm>
          <a:prstGeom prst="rect">
            <a:avLst/>
          </a:prstGeom>
          <a:ln>
            <a:noFill/>
          </a:ln>
        </p:spPr>
      </p:pic>
      <p:sp>
        <p:nvSpPr>
          <p:cNvPr id="15" name="Espace réservé du pied de page 10">
            <a:extLst>
              <a:ext uri="{FF2B5EF4-FFF2-40B4-BE49-F238E27FC236}">
                <a16:creationId xmlns:a16="http://schemas.microsoft.com/office/drawing/2014/main" id="{6D4040AD-2685-4A47-B6EC-3D8C9141D9ED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25" name="Espace réservé du numéro de diapositive 16">
            <a:extLst>
              <a:ext uri="{FF2B5EF4-FFF2-40B4-BE49-F238E27FC236}">
                <a16:creationId xmlns:a16="http://schemas.microsoft.com/office/drawing/2014/main" id="{C01EF03E-82CD-4601-8D32-ECA15D836566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8</a:t>
            </a:fld>
            <a:endParaRPr lang="fr-FR" sz="1000" b="1" dirty="0"/>
          </a:p>
        </p:txBody>
      </p:sp>
      <p:pic>
        <p:nvPicPr>
          <p:cNvPr id="26" name="Picture 9">
            <a:extLst>
              <a:ext uri="{FF2B5EF4-FFF2-40B4-BE49-F238E27FC236}">
                <a16:creationId xmlns:a16="http://schemas.microsoft.com/office/drawing/2014/main" id="{671AC385-F36B-4574-9214-DFCC08D1D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F3E50D1-2A21-4DDB-AA39-5B6951DD1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Espace réservé de la date 2">
            <a:extLst>
              <a:ext uri="{FF2B5EF4-FFF2-40B4-BE49-F238E27FC236}">
                <a16:creationId xmlns:a16="http://schemas.microsoft.com/office/drawing/2014/main" id="{3F456AAD-9575-427E-ACD9-7BB0339D990D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27/11/2025</a:t>
            </a:r>
            <a:endParaRPr lang="fr-FR" sz="1000" b="1" cap="all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3B3B8D5-77C6-4613-8B6C-782410678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588F01B-8BA8-4E52-9ECA-78FE89B5F248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7848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Points d’attention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BA94DC30-A1A6-461F-8B50-096B6AC8A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89" y="1319313"/>
            <a:ext cx="623740" cy="623740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0FC948AE-773B-40A9-9ED8-2A1AB050C902}"/>
              </a:ext>
            </a:extLst>
          </p:cNvPr>
          <p:cNvSpPr txBox="1"/>
          <p:nvPr/>
        </p:nvSpPr>
        <p:spPr>
          <a:xfrm>
            <a:off x="920444" y="1265944"/>
            <a:ext cx="11344825" cy="1898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67" b="1" dirty="0"/>
              <a:t>Modélisation</a:t>
            </a:r>
            <a:r>
              <a:rPr lang="fr-FR" sz="1867" dirty="0"/>
              <a:t> =</a:t>
            </a:r>
          </a:p>
          <a:p>
            <a:r>
              <a:rPr lang="fr-FR" sz="1867" dirty="0"/>
              <a:t>Définir un socle de données minimal commun :</a:t>
            </a:r>
          </a:p>
          <a:p>
            <a:r>
              <a:rPr lang="fr-FR" sz="1867" dirty="0"/>
              <a:t>On ne redéfinit ni les </a:t>
            </a:r>
            <a:r>
              <a:rPr lang="fr-FR" sz="1867" dirty="0" err="1"/>
              <a:t>BDs</a:t>
            </a:r>
            <a:r>
              <a:rPr lang="fr-FR" sz="1867" dirty="0"/>
              <a:t>, ni outils, ni les cartographies métiers !</a:t>
            </a:r>
          </a:p>
          <a:p>
            <a:r>
              <a:rPr lang="fr-FR" sz="1867" dirty="0"/>
              <a:t>Il n’a pas vocation à être exhaustif et à répondre à tous les usages. Il doit être facilement implémentable dans les SI des producteurs et des utilisateurs de la donnée.</a:t>
            </a:r>
          </a:p>
          <a:p>
            <a:endParaRPr lang="fr-FR" sz="240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8CA874C-FF39-47F3-B6CB-1D51492A8661}"/>
              </a:ext>
            </a:extLst>
          </p:cNvPr>
          <p:cNvSpPr txBox="1"/>
          <p:nvPr/>
        </p:nvSpPr>
        <p:spPr>
          <a:xfrm>
            <a:off x="920445" y="3627887"/>
            <a:ext cx="10830963" cy="1528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67" b="1" dirty="0"/>
              <a:t>Concertation</a:t>
            </a:r>
            <a:r>
              <a:rPr lang="fr-FR" sz="1867" dirty="0"/>
              <a:t> =</a:t>
            </a:r>
          </a:p>
          <a:p>
            <a:r>
              <a:rPr lang="fr-FR" sz="1867" dirty="0"/>
              <a:t>Tous les travaux sont ouverts et chaque acteur participant (à distance ou en présentiel) a une voix durant toutes les phases de standardisation (modélisation, écriture, relecture, appel à commentaires)</a:t>
            </a:r>
          </a:p>
          <a:p>
            <a:endParaRPr lang="fr-FR" sz="1867" dirty="0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281FB2F7-B50F-4180-8557-FDA8B89F6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90" y="3744937"/>
            <a:ext cx="623740" cy="623740"/>
          </a:xfrm>
          <a:prstGeom prst="rect">
            <a:avLst/>
          </a:prstGeom>
        </p:spPr>
      </p:pic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14BE73E-3719-419B-A08A-CA7E96937490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4" name="Espace réservé du numéro de diapositive 16">
            <a:extLst>
              <a:ext uri="{FF2B5EF4-FFF2-40B4-BE49-F238E27FC236}">
                <a16:creationId xmlns:a16="http://schemas.microsoft.com/office/drawing/2014/main" id="{F0F73F4B-49BE-420F-922E-E1462DB63385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9</a:t>
            </a:fld>
            <a:endParaRPr lang="fr-FR" sz="1000" b="1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20EB85F-4B18-400A-B72F-162FE7826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7" name="Espace réservé de la date 2">
            <a:extLst>
              <a:ext uri="{FF2B5EF4-FFF2-40B4-BE49-F238E27FC236}">
                <a16:creationId xmlns:a16="http://schemas.microsoft.com/office/drawing/2014/main" id="{1EE09997-AB0A-4FA6-ADE0-97073BEE1553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27/11/2025</a:t>
            </a:r>
            <a:endParaRPr lang="fr-FR" sz="1000" b="1" cap="all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884153-3FDC-4F24-9799-7CD1D5EAD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588F01B-8BA8-4E52-9ECA-78FE89B5F248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789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Participants GT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F4303A7B-4028-4734-8ECA-ACD667C4C0C6}"/>
              </a:ext>
            </a:extLst>
          </p:cNvPr>
          <p:cNvGraphicFramePr>
            <a:graphicFrameLocks noGrp="1"/>
          </p:cNvGraphicFramePr>
          <p:nvPr/>
        </p:nvGraphicFramePr>
        <p:xfrm>
          <a:off x="308124" y="1333572"/>
          <a:ext cx="11575752" cy="3411220"/>
        </p:xfrm>
        <a:graphic>
          <a:graphicData uri="http://schemas.openxmlformats.org/drawingml/2006/table">
            <a:tbl>
              <a:tblPr/>
              <a:tblGrid>
                <a:gridCol w="5658954">
                  <a:extLst>
                    <a:ext uri="{9D8B030D-6E8A-4147-A177-3AD203B41FA5}">
                      <a16:colId xmlns:a16="http://schemas.microsoft.com/office/drawing/2014/main" val="370660507"/>
                    </a:ext>
                  </a:extLst>
                </a:gridCol>
                <a:gridCol w="5916798">
                  <a:extLst>
                    <a:ext uri="{9D8B030D-6E8A-4147-A177-3AD203B41FA5}">
                      <a16:colId xmlns:a16="http://schemas.microsoft.com/office/drawing/2014/main" val="405582565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ARDFCI 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(Association Régionale DFCI)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FORET D'ICI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283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CFBL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(Coopérative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Fransylva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8844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CNPF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(Centre National de la Propriété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GCF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(Groupe Coopération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1172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CRIGE PACA (Centre de Ressources en Information Géographique en PACA)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GIP ATGeRi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(Groupement d’Intérêt Public Aménagement du Territoire et Gestion des Risques)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0649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DDT39 Jura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(Direction Départementale des Territoires)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IGN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(Institut national de l'information géographique et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190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DDT55 Meuse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Ministère de l'Agriculture et de la Souveraineté alimentaire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4619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DDT68 Haut Rhin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Ministère de l'Intérieur - BOMSIS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0225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242424"/>
                          </a:solidFill>
                          <a:effectLst/>
                          <a:latin typeface="+mn-lt"/>
                        </a:rPr>
                        <a:t>DDT88 Vosges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ONF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(Office National des Forêts)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5786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DPFM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(Délégation à la Protection de la Forêt Méditerranéenne)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OPENIG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(Occitanie Pyrénées en Intelligence Géomatique)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0205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DRAAF Auvergne Rhône Alpes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SDIS17 Charente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(Service Départemental d'Incendie et de Secours)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677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Entente Valabre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242424"/>
                          </a:solidFill>
                          <a:effectLst/>
                          <a:latin typeface="+mn-lt"/>
                        </a:rPr>
                        <a:t>SDIS66 Pyrénées-Orientales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8181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FCBA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(Institut technologie Forêt Cellulose Bois-Construction Ameublement)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 Mauffrey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8668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FNCOFOR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(Fédération nationale des communes forestières)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Transports Fontan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0241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FNEDT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(Fédération nationale des entrepreneurs de travaux agricoles, forestiers et ruraux)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Transports 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Masnada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753756"/>
                  </a:ext>
                </a:extLst>
              </a:tr>
            </a:tbl>
          </a:graphicData>
        </a:graphic>
      </p:graphicFrame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E7991794-4071-4EC0-B0D0-EF78A599BD2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94025" y="4871282"/>
            <a:ext cx="5803951" cy="1757824"/>
          </a:xfrm>
        </p:spPr>
        <p:txBody>
          <a:bodyPr/>
          <a:lstStyle/>
          <a:p>
            <a:pPr marL="239994" lvl="1" indent="0" algn="ctr">
              <a:buNone/>
            </a:pPr>
            <a:r>
              <a:rPr lang="fr-FR" sz="1200" b="0" dirty="0">
                <a:solidFill>
                  <a:srgbClr val="000000"/>
                </a:solidFill>
                <a:latin typeface="+mn-lt"/>
              </a:rPr>
              <a:t>Liste diffusion </a:t>
            </a:r>
            <a:r>
              <a:rPr lang="fr-FR" sz="12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fr-FR" sz="1200" b="0" dirty="0">
                <a:solidFill>
                  <a:srgbClr val="000000"/>
                </a:solidFill>
                <a:latin typeface="+mn-lt"/>
              </a:rPr>
              <a:t>+100aine personnes </a:t>
            </a:r>
          </a:p>
          <a:p>
            <a:pPr marL="239994" lvl="1" indent="0" algn="ctr">
              <a:buNone/>
            </a:pPr>
            <a:r>
              <a:rPr lang="fr-FR" sz="1200" b="0" dirty="0">
                <a:solidFill>
                  <a:srgbClr val="000000"/>
                </a:solidFill>
                <a:latin typeface="+mn-lt"/>
              </a:rPr>
              <a:t>56 membres actifs jusqu’ici dans le GT</a:t>
            </a:r>
          </a:p>
          <a:p>
            <a:pPr marL="239994" lvl="1" indent="0" algn="ctr">
              <a:buNone/>
            </a:pPr>
            <a:r>
              <a:rPr lang="fr-FR" sz="1200" b="0" dirty="0">
                <a:solidFill>
                  <a:srgbClr val="000000"/>
                </a:solidFill>
                <a:latin typeface="+mn-lt"/>
              </a:rPr>
              <a:t>Sous-groupe Points d’eau </a:t>
            </a:r>
            <a:r>
              <a:rPr lang="fr-FR" sz="12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fr-FR" sz="1200" b="0" dirty="0">
                <a:solidFill>
                  <a:srgbClr val="000000"/>
                </a:solidFill>
                <a:latin typeface="+mn-lt"/>
              </a:rPr>
              <a:t>40aine de volontaires</a:t>
            </a:r>
          </a:p>
          <a:p>
            <a:pPr marL="239994" lvl="1" indent="0" algn="ctr">
              <a:buNone/>
            </a:pPr>
            <a:r>
              <a:rPr lang="fr-FR" sz="1200" b="0" dirty="0">
                <a:solidFill>
                  <a:srgbClr val="000000"/>
                </a:solidFill>
                <a:latin typeface="+mn-lt"/>
              </a:rPr>
              <a:t>Atelier #3 </a:t>
            </a:r>
            <a:r>
              <a:rPr lang="fr-FR" sz="12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fr-FR" sz="1200" b="0" dirty="0">
                <a:solidFill>
                  <a:srgbClr val="000000"/>
                </a:solidFill>
                <a:latin typeface="+mn-lt"/>
              </a:rPr>
              <a:t>31 participants</a:t>
            </a:r>
          </a:p>
          <a:p>
            <a:pPr lvl="1" algn="just"/>
            <a:endParaRPr lang="fr-FR" sz="1600" b="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BBB48740-B09F-4214-89AB-71960608F2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031" y="5071355"/>
            <a:ext cx="1893276" cy="1357678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95144120-9D41-4F36-9697-1DB3030C78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186" y="5395792"/>
            <a:ext cx="1012579" cy="708805"/>
          </a:xfrm>
          <a:prstGeom prst="rect">
            <a:avLst/>
          </a:prstGeom>
        </p:spPr>
      </p:pic>
      <p:sp>
        <p:nvSpPr>
          <p:cNvPr id="26" name="Espace réservé du pied de page 10">
            <a:extLst>
              <a:ext uri="{FF2B5EF4-FFF2-40B4-BE49-F238E27FC236}">
                <a16:creationId xmlns:a16="http://schemas.microsoft.com/office/drawing/2014/main" id="{EB106411-2B65-4B85-883B-E4EA1149DED7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29" name="Espace réservé du numéro de diapositive 16">
            <a:extLst>
              <a:ext uri="{FF2B5EF4-FFF2-40B4-BE49-F238E27FC236}">
                <a16:creationId xmlns:a16="http://schemas.microsoft.com/office/drawing/2014/main" id="{3CDB60FF-2293-45B8-90AE-58A86C832B44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10</a:t>
            </a:fld>
            <a:endParaRPr lang="fr-FR" sz="1000" b="1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61974C2-FEB4-4ACF-A03C-DAFB648EFA5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969" y="168504"/>
            <a:ext cx="773723" cy="773723"/>
          </a:xfrm>
          <a:prstGeom prst="rect">
            <a:avLst/>
          </a:prstGeom>
          <a:ln>
            <a:noFill/>
          </a:ln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FD1CCBE-6686-4984-9C66-5F8EDD192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5" name="Espace réservé de la date 2">
            <a:extLst>
              <a:ext uri="{FF2B5EF4-FFF2-40B4-BE49-F238E27FC236}">
                <a16:creationId xmlns:a16="http://schemas.microsoft.com/office/drawing/2014/main" id="{8CE5F986-2D16-418C-B8F7-528C64BB408C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27/11/2025</a:t>
            </a:r>
            <a:endParaRPr lang="fr-FR" sz="1000" b="1" cap="all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BBB75D-1D5E-4C8A-A779-AC83F15D1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588F01B-8BA8-4E52-9ECA-78FE89B5F248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5246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4A21B9-D2B4-49C3-B39A-984967DE242D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792335" y="2769990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Décisions prises précédemment</a:t>
            </a:r>
          </a:p>
        </p:txBody>
      </p:sp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pied de page 10">
            <a:extLst>
              <a:ext uri="{FF2B5EF4-FFF2-40B4-BE49-F238E27FC236}">
                <a16:creationId xmlns:a16="http://schemas.microsoft.com/office/drawing/2014/main" id="{E202880A-E9CF-4E9D-8B29-5DB98A7B5984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2007A2-99E4-4F9F-A223-1CF2C8BA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28CB49-4516-4C3D-974F-D42AC1FF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11</a:t>
            </a:fld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0F155D6-EA20-4E90-84D0-8C4502FD9F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235" y="2596755"/>
            <a:ext cx="1148623" cy="114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14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Conclusions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3C75DE51-7AF8-424F-A9A0-2F6560CEC849}"/>
              </a:ext>
            </a:extLst>
          </p:cNvPr>
          <p:cNvSpPr txBox="1"/>
          <p:nvPr/>
        </p:nvSpPr>
        <p:spPr>
          <a:xfrm>
            <a:off x="359779" y="1240768"/>
            <a:ext cx="11453203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b="1" dirty="0"/>
              <a:t>On utilise la définition nationale d’un PEI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p.14 du </a:t>
            </a:r>
            <a:r>
              <a:rPr lang="fr-FR" sz="1600" dirty="0">
                <a:hlinkClick r:id="rId3"/>
              </a:rPr>
              <a:t>Référentiel national DECI du 15/12/2025</a:t>
            </a:r>
            <a:endParaRPr lang="fr-F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La définition de </a:t>
            </a:r>
            <a:r>
              <a:rPr lang="fr-FR" sz="1600" b="1" dirty="0"/>
              <a:t>Ressources en eau </a:t>
            </a:r>
            <a:r>
              <a:rPr lang="fr-FR" sz="1600" dirty="0"/>
              <a:t>est possiblement utilisable car floue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On parle alors dans notre standard de « Ressources en eau qui ont un intérêt opérationnel »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FR" sz="1600" dirty="0"/>
              <a:t>Existe des caractérisations/classifications plus spécifiques basées sur </a:t>
            </a:r>
            <a:r>
              <a:rPr lang="fr-FR" sz="1600" b="1" dirty="0"/>
              <a:t>l’intérêt opérationnel </a:t>
            </a:r>
            <a:r>
              <a:rPr lang="fr-FR" sz="1600" dirty="0"/>
              <a:t>(ex PNA, Atlas des ressources en eau, Charte de la ressource en eau)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FR" sz="1600" dirty="0"/>
              <a:t>mais ce n’est </a:t>
            </a:r>
            <a:r>
              <a:rPr lang="fr-FR" sz="1600" b="1" dirty="0"/>
              <a:t>pas à notre standard de statuer </a:t>
            </a:r>
            <a:r>
              <a:rPr lang="fr-FR" sz="1600" dirty="0"/>
              <a:t>sur ce qu’est la ressource en eau pour la DFCI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fr-FR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b="1" dirty="0"/>
              <a:t>Définition de l’espace de la forêt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Recommandation (non contraignant) sur un zonage de la forêt dans le standard (OLD : 200m autour du massif?)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b="1" dirty="0"/>
              <a:t>Données publiques sensibles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La Loi Incendie stipule que les données sont </a:t>
            </a:r>
            <a:r>
              <a:rPr lang="fr-FR" sz="1600" i="1" dirty="0"/>
              <a:t>« mise à disposition gratuitement et librement […] sur un portail national commun »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Politique d’Open Data nationale intègre les PEI (Rapport DATAC)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Remontée par les acteurs DFCI de données non sensibles uniquement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FR" sz="1600" dirty="0"/>
              <a:t>Travaux d’identification des données sensibles sera fait en interne par chaque structure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FR" sz="1600" b="1" dirty="0"/>
              <a:t>Nos travaux portent sur la qualification de ce socle minimal commun non sensible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1600" dirty="0"/>
          </a:p>
          <a:p>
            <a:endParaRPr lang="fr-FR" sz="1600" dirty="0"/>
          </a:p>
          <a:p>
            <a:endParaRPr lang="fr-FR" sz="1600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14BE73E-3719-419B-A08A-CA7E96937490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4" name="Espace réservé du numéro de diapositive 16">
            <a:extLst>
              <a:ext uri="{FF2B5EF4-FFF2-40B4-BE49-F238E27FC236}">
                <a16:creationId xmlns:a16="http://schemas.microsoft.com/office/drawing/2014/main" id="{F0F73F4B-49BE-420F-922E-E1462DB63385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12</a:t>
            </a:fld>
            <a:endParaRPr lang="fr-FR" sz="1000" b="1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47666C-C8F9-4B3F-B7EB-C81B70DED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e la date 2">
            <a:extLst>
              <a:ext uri="{FF2B5EF4-FFF2-40B4-BE49-F238E27FC236}">
                <a16:creationId xmlns:a16="http://schemas.microsoft.com/office/drawing/2014/main" id="{F8D837F3-E7C2-4C5C-A806-89620E065342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27/11/2025</a:t>
            </a:r>
            <a:endParaRPr lang="fr-FR" sz="1000" b="1" cap="all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B64CD9A-3DC1-4AFA-AEF8-6F7D80BC4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588F01B-8BA8-4E52-9ECA-78FE89B5F248}" type="slidenum">
              <a:rPr lang="fr-FR" smtClean="0"/>
              <a:pPr/>
              <a:t>12</a:t>
            </a:fld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230C586-79B8-41A2-9E9D-B3B59F97A2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346" y="127849"/>
            <a:ext cx="1420294" cy="142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734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Rappel définition PEI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3C75DE51-7AF8-424F-A9A0-2F6560CEC849}"/>
              </a:ext>
            </a:extLst>
          </p:cNvPr>
          <p:cNvSpPr txBox="1"/>
          <p:nvPr/>
        </p:nvSpPr>
        <p:spPr>
          <a:xfrm>
            <a:off x="433997" y="1617620"/>
            <a:ext cx="10830964" cy="325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67" dirty="0"/>
              <a:t>p.14 référentiel 15/12/2025</a:t>
            </a:r>
          </a:p>
          <a:p>
            <a:endParaRPr lang="fr-FR" sz="1867" dirty="0"/>
          </a:p>
          <a:p>
            <a:r>
              <a:rPr lang="fr-FR" sz="1867" dirty="0"/>
              <a:t>Les P.E.I. utilisables sont des ouvrages publics ou privés constitués par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67" dirty="0"/>
              <a:t>les bouches et poteaux d’incendie alimentés à partir d’un réseau de distribution d’eau</a:t>
            </a:r>
          </a:p>
          <a:p>
            <a:r>
              <a:rPr lang="fr-FR" sz="1867" dirty="0"/>
              <a:t>(potable ou brute) sous pression 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67" b="1" dirty="0"/>
              <a:t>les points de ressource en eau naturels ou artificiels équipés d’aires d'aspiration ou</a:t>
            </a:r>
          </a:p>
          <a:p>
            <a:r>
              <a:rPr lang="fr-FR" sz="1867" b="1" dirty="0"/>
              <a:t>de raccordement des moyens de lutte contre l’incendie </a:t>
            </a:r>
            <a:r>
              <a:rPr lang="fr-FR" sz="1867" dirty="0"/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67" b="1" dirty="0"/>
              <a:t>tout autre point d’eau conforme aux spécifications fixées pour chaque département</a:t>
            </a:r>
            <a:r>
              <a:rPr lang="fr-FR" sz="1867" dirty="0"/>
              <a:t>.</a:t>
            </a:r>
          </a:p>
          <a:p>
            <a:endParaRPr lang="fr-FR" sz="1867" dirty="0"/>
          </a:p>
          <a:p>
            <a:r>
              <a:rPr lang="fr-FR" sz="1867" dirty="0"/>
              <a:t>Un point d’eau incendie est caractérisé par sa nature, sa localisation, sa capacité, la</a:t>
            </a:r>
          </a:p>
          <a:p>
            <a:r>
              <a:rPr lang="fr-FR" sz="1867" dirty="0"/>
              <a:t>capacité de la ressource qui l’alimente et sa numérotation.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14BE73E-3719-419B-A08A-CA7E96937490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4" name="Espace réservé du numéro de diapositive 16">
            <a:extLst>
              <a:ext uri="{FF2B5EF4-FFF2-40B4-BE49-F238E27FC236}">
                <a16:creationId xmlns:a16="http://schemas.microsoft.com/office/drawing/2014/main" id="{F0F73F4B-49BE-420F-922E-E1462DB63385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13</a:t>
            </a:fld>
            <a:endParaRPr lang="fr-FR" sz="1000" b="1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6CA69F8-2BC7-4486-B3C6-8A40221B93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492" y="250370"/>
            <a:ext cx="719425" cy="719425"/>
          </a:xfrm>
          <a:prstGeom prst="rect">
            <a:avLst/>
          </a:prstGeom>
          <a:ln>
            <a:noFill/>
          </a:ln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0405049-3DE1-4D10-B7F7-A2B090597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5" name="Espace réservé de la date 2">
            <a:extLst>
              <a:ext uri="{FF2B5EF4-FFF2-40B4-BE49-F238E27FC236}">
                <a16:creationId xmlns:a16="http://schemas.microsoft.com/office/drawing/2014/main" id="{768830BE-D086-40BB-BBD2-91032E1F9694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27/11/2025</a:t>
            </a:r>
            <a:endParaRPr lang="fr-FR" sz="1000" b="1" cap="all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36A588-46A2-449D-872C-F6FCBDEA4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588F01B-8BA8-4E52-9ECA-78FE89B5F248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5507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Intégration dans la BD TOPO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3C75DE51-7AF8-424F-A9A0-2F6560CEC849}"/>
              </a:ext>
            </a:extLst>
          </p:cNvPr>
          <p:cNvSpPr txBox="1"/>
          <p:nvPr/>
        </p:nvSpPr>
        <p:spPr>
          <a:xfrm>
            <a:off x="504335" y="1318682"/>
            <a:ext cx="108309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BD TOPO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Est </a:t>
            </a:r>
            <a:r>
              <a:rPr lang="fr-FR" sz="1600" b="1" dirty="0"/>
              <a:t>réceptacle des données de la Loi Incendie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Déjà utilisé pour </a:t>
            </a:r>
            <a:r>
              <a:rPr lang="fr-FR" sz="1600" dirty="0" err="1"/>
              <a:t>NexSIS</a:t>
            </a:r>
            <a:endParaRPr lang="fr-F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BD TOPO sera conforme au standard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dirty="0"/>
              <a:t>IGN propose fonctionnement avec une </a:t>
            </a:r>
            <a:r>
              <a:rPr lang="fr-FR" sz="1600" b="1" dirty="0"/>
              <a:t>classe spéciale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1 table / classe spéciale métier, indépendante de la BD TOPO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pas d’impact sur l’ensemble des ponctuels BD TOPO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Intégration des besoins spécifiques DFCI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Fonctionne déjà pour les ponctuels Contraintes et Equipements</a:t>
            </a:r>
          </a:p>
          <a:p>
            <a:endParaRPr lang="fr-FR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b="1" dirty="0"/>
              <a:t>Rapprochement avec l’existant IGN hydro encore à estimer (dans un second temps)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fr-FR" sz="16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fr-FR" sz="1600" b="1" dirty="0"/>
          </a:p>
          <a:p>
            <a:endParaRPr lang="fr-FR" sz="1600" b="1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14BE73E-3719-419B-A08A-CA7E96937490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4" name="Espace réservé du numéro de diapositive 16">
            <a:extLst>
              <a:ext uri="{FF2B5EF4-FFF2-40B4-BE49-F238E27FC236}">
                <a16:creationId xmlns:a16="http://schemas.microsoft.com/office/drawing/2014/main" id="{F0F73F4B-49BE-420F-922E-E1462DB63385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14</a:t>
            </a:fld>
            <a:endParaRPr lang="fr-FR" sz="1000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C6BEFEA-6B05-4FEF-8F28-A73F0D7B13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809" y="4288856"/>
            <a:ext cx="1630956" cy="1630956"/>
          </a:xfrm>
          <a:prstGeom prst="rect">
            <a:avLst/>
          </a:pr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DDB510-08F5-4F50-9D34-EF78AF350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7" name="Espace réservé de la date 2">
            <a:extLst>
              <a:ext uri="{FF2B5EF4-FFF2-40B4-BE49-F238E27FC236}">
                <a16:creationId xmlns:a16="http://schemas.microsoft.com/office/drawing/2014/main" id="{2509F699-B231-4611-B21F-05C14CA422AF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27/11/2025</a:t>
            </a:r>
            <a:endParaRPr lang="fr-FR" sz="1000" b="1" cap="all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7DFCCFC-3ACA-4949-85FF-E6260EA1D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588F01B-8BA8-4E52-9ECA-78FE89B5F248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4932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4A21B9-D2B4-49C3-B39A-984967DE242D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792335" y="2769990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Atelier de modélisation</a:t>
            </a:r>
          </a:p>
        </p:txBody>
      </p:sp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pied de page 10">
            <a:extLst>
              <a:ext uri="{FF2B5EF4-FFF2-40B4-BE49-F238E27FC236}">
                <a16:creationId xmlns:a16="http://schemas.microsoft.com/office/drawing/2014/main" id="{E202880A-E9CF-4E9D-8B29-5DB98A7B5984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2007A2-99E4-4F9F-A223-1CF2C8BA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16/01/2025</a:t>
            </a:r>
            <a:endParaRPr lang="fr-FR" cap="all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28CB49-4516-4C3D-974F-D42AC1FF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15</a:t>
            </a:fld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892F759-9BB3-4490-A8B1-B825B65D34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224" y="2506221"/>
            <a:ext cx="1284776" cy="137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393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59A0-8D28-73CE-FC3C-07C1F2AF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008525-092B-97F0-719E-F2B4ACA7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396000" y="637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C48205-CEA1-74EA-3B52-D14C79F56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649CAF71-85BB-E46B-C9EF-3972E4D631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000" y="1619961"/>
            <a:ext cx="11232000" cy="3375297"/>
          </a:xfrm>
        </p:spPr>
        <p:txBody>
          <a:bodyPr/>
          <a:lstStyle/>
          <a:p>
            <a:r>
              <a:rPr lang="fr-FR" sz="2667" dirty="0">
                <a:cs typeface="Arial"/>
              </a:rPr>
              <a:t>On travaille sur excel </a:t>
            </a:r>
          </a:p>
          <a:p>
            <a:r>
              <a:rPr lang="fr-FR" sz="2667" dirty="0">
                <a:cs typeface="Arial"/>
              </a:rPr>
              <a:t>	- tableau disponible sur GitHub (document dans le chat)</a:t>
            </a:r>
          </a:p>
          <a:p>
            <a:endParaRPr lang="fr-FR" sz="2400" dirty="0"/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F1DCB85A-A34F-4AAE-85E5-400DFC79239D}"/>
              </a:ext>
            </a:extLst>
          </p:cNvPr>
          <p:cNvSpPr txBox="1">
            <a:spLocks/>
          </p:cNvSpPr>
          <p:nvPr/>
        </p:nvSpPr>
        <p:spPr bwMode="gray">
          <a:xfrm>
            <a:off x="3926144" y="240000"/>
            <a:ext cx="7905601" cy="4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467" dirty="0"/>
              <a:t>Démarche</a:t>
            </a:r>
            <a:endParaRPr lang="fr-FR" sz="1000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8130CD4-EFAA-483A-9331-8E23B700C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16/01/2025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9A6B0D3-8DF6-435B-96EF-4D279E18D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14" y="2804928"/>
            <a:ext cx="11571431" cy="288170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BAAAC15-0E7D-4580-BAEB-7D4C6F48DC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000" y="136824"/>
            <a:ext cx="928861" cy="92886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4404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467" y="1018758"/>
            <a:ext cx="9479065" cy="812501"/>
          </a:xfrm>
        </p:spPr>
        <p:txBody>
          <a:bodyPr/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C’est parti!</a:t>
            </a:r>
            <a:endParaRPr lang="fr-FR" dirty="0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805E3675-3310-48C8-A4BE-B4F4B7154945}"/>
              </a:ext>
            </a:extLst>
          </p:cNvPr>
          <p:cNvGrpSpPr/>
          <p:nvPr/>
        </p:nvGrpSpPr>
        <p:grpSpPr>
          <a:xfrm>
            <a:off x="4413438" y="1926478"/>
            <a:ext cx="3365125" cy="3005044"/>
            <a:chOff x="7896924" y="2442440"/>
            <a:chExt cx="3365125" cy="3005044"/>
          </a:xfrm>
        </p:grpSpPr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D4AED9CB-15FF-40C0-8744-D98FE3832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4977" y="2442440"/>
              <a:ext cx="2708097" cy="27080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5CEF4E11-B1E9-405B-90B5-7BDC8F98C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1006" y="4159742"/>
              <a:ext cx="1287742" cy="128774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38229820-B450-4BE9-9568-AFBDFC430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974308" y="3862797"/>
              <a:ext cx="1287741" cy="128774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F5118240-9822-419A-8C4D-58AD15D38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73317" y="3485029"/>
              <a:ext cx="313997" cy="3139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A39EC4E3-BA64-41E1-AE79-AE4EA8C35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6924" y="3642027"/>
              <a:ext cx="780550" cy="78055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6" name="Espace réservé du pied de page 10">
            <a:extLst>
              <a:ext uri="{FF2B5EF4-FFF2-40B4-BE49-F238E27FC236}">
                <a16:creationId xmlns:a16="http://schemas.microsoft.com/office/drawing/2014/main" id="{FD97CC4D-2600-4B3E-A71F-C9982568893E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3A17C1FA-16F3-4F07-82FA-43254FCA8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8" name="Espace réservé du numéro de diapositive 16">
            <a:extLst>
              <a:ext uri="{FF2B5EF4-FFF2-40B4-BE49-F238E27FC236}">
                <a16:creationId xmlns:a16="http://schemas.microsoft.com/office/drawing/2014/main" id="{76923110-CAC3-4DAF-AD52-CDA1E90FC388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17</a:t>
            </a:fld>
            <a:endParaRPr lang="fr-FR" sz="1000" b="1" dirty="0"/>
          </a:p>
        </p:txBody>
      </p:sp>
      <p:sp>
        <p:nvSpPr>
          <p:cNvPr id="15" name="Espace réservé de la date 2">
            <a:extLst>
              <a:ext uri="{FF2B5EF4-FFF2-40B4-BE49-F238E27FC236}">
                <a16:creationId xmlns:a16="http://schemas.microsoft.com/office/drawing/2014/main" id="{9132324A-16A1-4656-9133-D259FEECD093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27/11/2025</a:t>
            </a:r>
            <a:endParaRPr lang="fr-FR" sz="1000" b="1" cap="all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3279B1F-BC80-478D-8BA9-B9A16262A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588F01B-8BA8-4E52-9ECA-78FE89B5F248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2055849"/>
      </p:ext>
    </p:extLst>
  </p:cSld>
  <p:clrMapOvr>
    <a:masterClrMapping/>
  </p:clrMapOvr>
</p:sld>
</file>

<file path=ppt/theme/theme1.xml><?xml version="1.0" encoding="utf-8"?>
<a:theme xmlns:a="http://schemas.openxmlformats.org/drawingml/2006/main" name="1-Titre-Tex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294C8431-1043-40E1-8AF0-DAA4A8978261}"/>
    </a:ext>
  </a:extLst>
</a:theme>
</file>

<file path=ppt/theme/theme2.xml><?xml version="1.0" encoding="utf-8"?>
<a:theme xmlns:a="http://schemas.openxmlformats.org/drawingml/2006/main" name="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3.xml><?xml version="1.0" encoding="utf-8"?>
<a:theme xmlns:a="http://schemas.openxmlformats.org/drawingml/2006/main" name="1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4.xml><?xml version="1.0" encoding="utf-8"?>
<a:theme xmlns:a="http://schemas.openxmlformats.org/drawingml/2006/main" name="SPP-19.078-1.0 - pres VERT">
  <a:themeElements>
    <a:clrScheme name="Personnalisé 2">
      <a:dk1>
        <a:srgbClr val="231F20"/>
      </a:dk1>
      <a:lt1>
        <a:sysClr val="window" lastClr="FFFFFF"/>
      </a:lt1>
      <a:dk2>
        <a:srgbClr val="0AB99B"/>
      </a:dk2>
      <a:lt2>
        <a:srgbClr val="00BEF0"/>
      </a:lt2>
      <a:accent1>
        <a:srgbClr val="96C31E"/>
      </a:accent1>
      <a:accent2>
        <a:srgbClr val="009146"/>
      </a:accent2>
      <a:accent3>
        <a:srgbClr val="FA9B1E"/>
      </a:accent3>
      <a:accent4>
        <a:srgbClr val="C83728"/>
      </a:accent4>
      <a:accent5>
        <a:srgbClr val="D71478"/>
      </a:accent5>
      <a:accent6>
        <a:srgbClr val="5A287D"/>
      </a:accent6>
      <a:hlink>
        <a:srgbClr val="0000FF"/>
      </a:hlink>
      <a:folHlink>
        <a:srgbClr val="7030A0"/>
      </a:folHlink>
    </a:clrScheme>
    <a:fontScheme name="AUSTRALIE - 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T_AUSTRALIE_MASQUE_IGN_V06.pptx" id="{D5DE042C-D723-44E0-AFEA-3E6B437F267A}" vid="{9A020044-FC93-4823-A3EC-FC852C8DBF5B}"/>
    </a:ext>
  </a:extLst>
</a:theme>
</file>

<file path=ppt/theme/theme5.xml><?xml version="1.0" encoding="utf-8"?>
<a:theme xmlns:a="http://schemas.openxmlformats.org/drawingml/2006/main" name="2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6.xml><?xml version="1.0" encoding="utf-8"?>
<a:theme xmlns:a="http://schemas.openxmlformats.org/drawingml/2006/main" name="5_2-Texte-Ima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9C20BCE1-7628-425E-9B34-E384463175B8}"/>
    </a:ext>
  </a:extLst>
</a:theme>
</file>

<file path=ppt/theme/theme7.xml><?xml version="1.0" encoding="utf-8"?>
<a:theme xmlns:a="http://schemas.openxmlformats.org/drawingml/2006/main" name="3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8.xml><?xml version="1.0" encoding="utf-8"?>
<a:theme xmlns:a="http://schemas.openxmlformats.org/drawingml/2006/main" name="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_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2_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AA600EF525E845A794782CB692D6B7" ma:contentTypeVersion="12" ma:contentTypeDescription="Crée un document." ma:contentTypeScope="" ma:versionID="45133187a599b4bba422c4e82da267ae">
  <xsd:schema xmlns:xsd="http://www.w3.org/2001/XMLSchema" xmlns:xs="http://www.w3.org/2001/XMLSchema" xmlns:p="http://schemas.microsoft.com/office/2006/metadata/properties" xmlns:ns2="4d568f87-b25f-475a-a26b-5a1bcde8677b" xmlns:ns3="a486f84b-88b9-4459-bbe1-3ce207c7425f" targetNamespace="http://schemas.microsoft.com/office/2006/metadata/properties" ma:root="true" ma:fieldsID="4e130176ad47eb97b39a20183f2e8d36" ns2:_="" ns3:_="">
    <xsd:import namespace="4d568f87-b25f-475a-a26b-5a1bcde8677b"/>
    <xsd:import namespace="a486f84b-88b9-4459-bbe1-3ce207c742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568f87-b25f-475a-a26b-5a1bcde867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763f9de7-cc90-4eb3-be2e-7de001983e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86f84b-88b9-4459-bbe1-3ce207c7425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bee0ccfe-4488-482a-93ce-8802051c9c2f}" ma:internalName="TaxCatchAll" ma:showField="CatchAllData" ma:web="a486f84b-88b9-4459-bbe1-3ce207c742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486f84b-88b9-4459-bbe1-3ce207c7425f" xsi:nil="true"/>
    <lcf76f155ced4ddcb4097134ff3c332f xmlns="4d568f87-b25f-475a-a26b-5a1bcde8677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5F9241D-9E8E-43D6-A8CD-F8C48A1C46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568f87-b25f-475a-a26b-5a1bcde8677b"/>
    <ds:schemaRef ds:uri="a486f84b-88b9-4459-bbe1-3ce207c742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ADF05A-8AEA-48DF-87BB-9DFB8396FD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D4696-884E-4199-AB2F-0FA1DFAA521D}">
  <ds:schemaRefs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a486f84b-88b9-4459-bbe1-3ce207c7425f"/>
    <ds:schemaRef ds:uri="4d568f87-b25f-475a-a26b-5a1bcde8677b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Masque FCBA-2017</Template>
  <TotalTime>998</TotalTime>
  <Words>1517</Words>
  <Application>Microsoft Office PowerPoint</Application>
  <PresentationFormat>Grand écran</PresentationFormat>
  <Paragraphs>269</Paragraphs>
  <Slides>17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10</vt:i4>
      </vt:variant>
      <vt:variant>
        <vt:lpstr>Titres des diapositives</vt:lpstr>
      </vt:variant>
      <vt:variant>
        <vt:i4>17</vt:i4>
      </vt:variant>
    </vt:vector>
  </HeadingPairs>
  <TitlesOfParts>
    <vt:vector size="32" baseType="lpstr">
      <vt:lpstr>Arial</vt:lpstr>
      <vt:lpstr>Calibri</vt:lpstr>
      <vt:lpstr>Courier New</vt:lpstr>
      <vt:lpstr>Marianne</vt:lpstr>
      <vt:lpstr>Webdings</vt:lpstr>
      <vt:lpstr>1-Titre-Texte</vt:lpstr>
      <vt:lpstr>Conclusion</vt:lpstr>
      <vt:lpstr>1_Conclusion</vt:lpstr>
      <vt:lpstr>SPP-19.078-1.0 - pres VERT</vt:lpstr>
      <vt:lpstr>2_Conclusion</vt:lpstr>
      <vt:lpstr>5_2-Texte-Image</vt:lpstr>
      <vt:lpstr>3_Conclusion</vt:lpstr>
      <vt:lpstr>ppt_operateurs_marianne</vt:lpstr>
      <vt:lpstr>1_ppt_operateurs_marianne</vt:lpstr>
      <vt:lpstr>2_ppt_operateurs_marianne</vt:lpstr>
      <vt:lpstr>Présentation PowerPoint</vt:lpstr>
      <vt:lpstr>Présentation PowerPoint</vt:lpstr>
      <vt:lpstr>Présentation PowerPoint</vt:lpstr>
      <vt:lpstr>Présentation PowerPoint</vt:lpstr>
      <vt:lpstr>Mise en contexte</vt:lpstr>
      <vt:lpstr>Projet</vt:lpstr>
      <vt:lpstr>Fonctionnement des outils</vt:lpstr>
      <vt:lpstr>Objectifs du sous-groupe</vt:lpstr>
      <vt:lpstr>Points d’attention</vt:lpstr>
      <vt:lpstr>Participants GT</vt:lpstr>
      <vt:lpstr>Décisions prises précédemment</vt:lpstr>
      <vt:lpstr>Conclusions</vt:lpstr>
      <vt:lpstr>Rappel définition PEI</vt:lpstr>
      <vt:lpstr>Intégration dans la BD TOPO</vt:lpstr>
      <vt:lpstr>Atelier de modélisation</vt:lpstr>
      <vt:lpstr>Présentation PowerPoint</vt:lpstr>
      <vt:lpstr>C’est parti!</vt:lpstr>
    </vt:vector>
  </TitlesOfParts>
  <Company>FCBA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 PLANNING FOR SKID TRAIL IMPLEMENTATION  AND LONG TERM TRAFFICABILITY</dc:title>
  <dc:creator>GINET Christophe</dc:creator>
  <cp:lastModifiedBy>Marion Lacroix</cp:lastModifiedBy>
  <cp:revision>146</cp:revision>
  <cp:lastPrinted>2023-06-26T09:08:24Z</cp:lastPrinted>
  <dcterms:created xsi:type="dcterms:W3CDTF">2017-08-17T05:12:22Z</dcterms:created>
  <dcterms:modified xsi:type="dcterms:W3CDTF">2026-01-16T12:47:24Z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0x01010054AA600EF525E845A794782CB692D6B7</vt:lpwstr>
  </property>
  <property fmtid="{D5CDD505-2E9C-101B-9397-08002B2CF9AE}" pid="3" name="MediaServiceImageTags">
    <vt:lpwstr/>
  </property>
</Properties>
</file>