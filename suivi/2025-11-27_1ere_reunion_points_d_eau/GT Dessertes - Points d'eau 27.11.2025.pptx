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8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9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  <p:sldMasterId id="2147483665" r:id="rId5"/>
    <p:sldMasterId id="2147483690" r:id="rId6"/>
    <p:sldMasterId id="2147483692" r:id="rId7"/>
    <p:sldMasterId id="2147483713" r:id="rId8"/>
    <p:sldMasterId id="2147483721" r:id="rId9"/>
    <p:sldMasterId id="2147483729" r:id="rId10"/>
    <p:sldMasterId id="2147483731" r:id="rId11"/>
    <p:sldMasterId id="2147483742" r:id="rId12"/>
    <p:sldMasterId id="2147483753" r:id="rId13"/>
  </p:sldMasterIdLst>
  <p:notesMasterIdLst>
    <p:notesMasterId r:id="rId31"/>
  </p:notesMasterIdLst>
  <p:handoutMasterIdLst>
    <p:handoutMasterId r:id="rId32"/>
  </p:handoutMasterIdLst>
  <p:sldIdLst>
    <p:sldId id="778" r:id="rId14"/>
    <p:sldId id="772" r:id="rId15"/>
    <p:sldId id="504" r:id="rId16"/>
    <p:sldId id="797" r:id="rId17"/>
    <p:sldId id="802" r:id="rId18"/>
    <p:sldId id="798" r:id="rId19"/>
    <p:sldId id="793" r:id="rId20"/>
    <p:sldId id="800" r:id="rId21"/>
    <p:sldId id="801" r:id="rId22"/>
    <p:sldId id="799" r:id="rId23"/>
    <p:sldId id="803" r:id="rId24"/>
    <p:sldId id="807" r:id="rId25"/>
    <p:sldId id="809" r:id="rId26"/>
    <p:sldId id="806" r:id="rId27"/>
    <p:sldId id="805" r:id="rId28"/>
    <p:sldId id="804" r:id="rId29"/>
    <p:sldId id="788" r:id="rId30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6CD415-AB66-7B51-192D-7E3EDD71FF5A}" name="Marion Lacroix" initials="ML" userId="S::mlacroix@ignf.onmicrosoft.com::9df64882-6113-4c49-9d2b-3e68714ee988" providerId="AD"/>
  <p188:author id="{A74D592B-1C76-9E2E-E9AB-90F9693CC65E}" name="Loic Brignone" initials="LB" userId="S::lbrignone@ignf.onmicrosoft.com::a1efbad3-713d-49d2-9711-50d65828dad4" providerId="AD"/>
  <p188:author id="{BAFB0943-2FA6-0F68-58C5-FE81A57F26EC}" name="Marion Lacroix" initials="ML" userId="S::marion.lacroix@ign.fr::9df64882-6113-4c49-9d2b-3e68714ee988" providerId="AD"/>
  <p188:author id="{B4E282A7-7901-E486-CF4A-32846AE4F99F}" name="Marianne JANOWSKI" initials="MJ" userId="S::mjanowski@ignf.onmicrosoft.com::4baf287f-b9fc-4012-b573-cc645235dd3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Thierry Saffroy" initials="TS [2]" lastIdx="1" clrIdx="6">
    <p:extLst>
      <p:ext uri="{19B8F6BF-5375-455C-9EA6-DF929625EA0E}">
        <p15:presenceInfo xmlns:p15="http://schemas.microsoft.com/office/powerpoint/2012/main" userId="S::tsaffroy@ignf.onmicrosoft.com::ce28d226-01c7-4cd3-a339-989f2bb19eb3" providerId="AD"/>
      </p:ext>
    </p:extLst>
  </p:cmAuthor>
  <p:cmAuthor id="1" name="MONCHAUX Philippe" initials="MP" lastIdx="16" clrIdx="0"/>
  <p:cmAuthor id="8" name="Marion Lacroix" initials="ML [2]" lastIdx="1" clrIdx="7">
    <p:extLst>
      <p:ext uri="{19B8F6BF-5375-455C-9EA6-DF929625EA0E}">
        <p15:presenceInfo xmlns:p15="http://schemas.microsoft.com/office/powerpoint/2012/main" userId="S::marion.lacroix@ign.fr::9df64882-6113-4c49-9d2b-3e68714ee988" providerId="AD"/>
      </p:ext>
    </p:extLst>
  </p:cmAuthor>
  <p:cmAuthor id="2" name="PIN-JOUENNE Beatrice" initials="PB" lastIdx="12" clrIdx="1"/>
  <p:cmAuthor id="3" name="GINET Christophe" initials="GC" lastIdx="1" clrIdx="2"/>
  <p:cmAuthor id="4" name="MORILLON Vincent" initials="MV" lastIdx="7" clrIdx="3"/>
  <p:cmAuthor id="5" name="Marion Lacroix" initials="ML" lastIdx="3" clrIdx="4">
    <p:extLst>
      <p:ext uri="{19B8F6BF-5375-455C-9EA6-DF929625EA0E}">
        <p15:presenceInfo xmlns:p15="http://schemas.microsoft.com/office/powerpoint/2012/main" userId="S::MLacroix@IGNF.onmicrosoft.com::9df64882-6113-4c49-9d2b-3e68714ee988" providerId="AD"/>
      </p:ext>
    </p:extLst>
  </p:cmAuthor>
  <p:cmAuthor id="6" name="Thierry Saffroy" initials="TS" lastIdx="1" clrIdx="5">
    <p:extLst>
      <p:ext uri="{19B8F6BF-5375-455C-9EA6-DF929625EA0E}">
        <p15:presenceInfo xmlns:p15="http://schemas.microsoft.com/office/powerpoint/2012/main" userId="S::thierry.saffroy@ign.fr::ce28d226-01c7-4cd3-a339-989f2bb19eb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3C1"/>
    <a:srgbClr val="8FACFF"/>
    <a:srgbClr val="FE646F"/>
    <a:srgbClr val="FD8087"/>
    <a:srgbClr val="3883CE"/>
    <a:srgbClr val="6AA2DA"/>
    <a:srgbClr val="C4C4FD"/>
    <a:srgbClr val="C3C3FC"/>
    <a:srgbClr val="79E9B3"/>
    <a:srgbClr val="D4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01" autoAdjust="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microsoft.com/office/2018/10/relationships/authors" Target="authors.xml"/><Relationship Id="rId21" Type="http://schemas.openxmlformats.org/officeDocument/2006/relationships/slide" Target="slides/slide8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n Lacroix" userId="9df64882-6113-4c49-9d2b-3e68714ee988" providerId="ADAL" clId="{CA404167-434F-4B68-B172-C163EDDB701A}"/>
    <pc:docChg chg="undo redo custSel addSld delSld modSld sldOrd">
      <pc:chgData name="Marion Lacroix" userId="9df64882-6113-4c49-9d2b-3e68714ee988" providerId="ADAL" clId="{CA404167-434F-4B68-B172-C163EDDB701A}" dt="2025-11-26T17:04:24.705" v="2966" actId="1076"/>
      <pc:docMkLst>
        <pc:docMk/>
      </pc:docMkLst>
      <pc:sldChg chg="addSp modSp mod">
        <pc:chgData name="Marion Lacroix" userId="9df64882-6113-4c49-9d2b-3e68714ee988" providerId="ADAL" clId="{CA404167-434F-4B68-B172-C163EDDB701A}" dt="2025-11-26T16:59:41.813" v="2904"/>
        <pc:sldMkLst>
          <pc:docMk/>
          <pc:sldMk cId="1514211713" sldId="504"/>
        </pc:sldMkLst>
        <pc:spChg chg="mod">
          <ac:chgData name="Marion Lacroix" userId="9df64882-6113-4c49-9d2b-3e68714ee988" providerId="ADAL" clId="{CA404167-434F-4B68-B172-C163EDDB701A}" dt="2025-11-26T16:05:50.224" v="812" actId="20577"/>
          <ac:spMkLst>
            <pc:docMk/>
            <pc:sldMk cId="1514211713" sldId="504"/>
            <ac:spMk id="9" creationId="{649CAF71-85BB-E46B-C9EF-3972E4D631E0}"/>
          </ac:spMkLst>
        </pc:spChg>
        <pc:spChg chg="add mod">
          <ac:chgData name="Marion Lacroix" userId="9df64882-6113-4c49-9d2b-3e68714ee988" providerId="ADAL" clId="{CA404167-434F-4B68-B172-C163EDDB701A}" dt="2025-11-26T16:59:41.813" v="2904"/>
          <ac:spMkLst>
            <pc:docMk/>
            <pc:sldMk cId="1514211713" sldId="504"/>
            <ac:spMk id="12" creationId="{41CF2B8A-B32D-4C3F-AF16-7BE3942317D0}"/>
          </ac:spMkLst>
        </pc:spChg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3588698646" sldId="606"/>
        </pc:sldMkLst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2078013151" sldId="666"/>
        </pc:sldMkLst>
      </pc:sldChg>
      <pc:sldChg chg="del ord">
        <pc:chgData name="Marion Lacroix" userId="9df64882-6113-4c49-9d2b-3e68714ee988" providerId="ADAL" clId="{CA404167-434F-4B68-B172-C163EDDB701A}" dt="2025-11-26T16:28:56.173" v="1827" actId="47"/>
        <pc:sldMkLst>
          <pc:docMk/>
          <pc:sldMk cId="410272824" sldId="707"/>
        </pc:sldMkLst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2199335285" sldId="711"/>
        </pc:sldMkLst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1394016723" sldId="712"/>
        </pc:sldMkLst>
      </pc:sldChg>
      <pc:sldChg chg="modSp del mod ord">
        <pc:chgData name="Marion Lacroix" userId="9df64882-6113-4c49-9d2b-3e68714ee988" providerId="ADAL" clId="{CA404167-434F-4B68-B172-C163EDDB701A}" dt="2025-11-26T16:31:42.422" v="1885" actId="47"/>
        <pc:sldMkLst>
          <pc:docMk/>
          <pc:sldMk cId="3391556035" sldId="765"/>
        </pc:sldMkLst>
        <pc:spChg chg="mod">
          <ac:chgData name="Marion Lacroix" userId="9df64882-6113-4c49-9d2b-3e68714ee988" providerId="ADAL" clId="{CA404167-434F-4B68-B172-C163EDDB701A}" dt="2025-11-26T16:30:31.854" v="1870" actId="20577"/>
          <ac:spMkLst>
            <pc:docMk/>
            <pc:sldMk cId="3391556035" sldId="765"/>
            <ac:spMk id="7" creationId="{41114B76-0EAD-492D-B12C-3059C9651E4E}"/>
          </ac:spMkLst>
        </pc:spChg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3686782687" sldId="770"/>
        </pc:sldMkLst>
      </pc:sldChg>
      <pc:sldChg chg="addSp delSp modSp mod">
        <pc:chgData name="Marion Lacroix" userId="9df64882-6113-4c49-9d2b-3e68714ee988" providerId="ADAL" clId="{CA404167-434F-4B68-B172-C163EDDB701A}" dt="2025-11-26T16:08:29.996" v="825" actId="20577"/>
        <pc:sldMkLst>
          <pc:docMk/>
          <pc:sldMk cId="2150675422" sldId="772"/>
        </pc:sldMkLst>
        <pc:spChg chg="mod">
          <ac:chgData name="Marion Lacroix" userId="9df64882-6113-4c49-9d2b-3e68714ee988" providerId="ADAL" clId="{CA404167-434F-4B68-B172-C163EDDB701A}" dt="2025-11-26T15:47:09.615" v="60" actId="20577"/>
          <ac:spMkLst>
            <pc:docMk/>
            <pc:sldMk cId="2150675422" sldId="772"/>
            <ac:spMk id="5" creationId="{852BE78D-901C-F949-EE09-515CE0A4DF96}"/>
          </ac:spMkLst>
        </pc:spChg>
        <pc:spChg chg="mod">
          <ac:chgData name="Marion Lacroix" userId="9df64882-6113-4c49-9d2b-3e68714ee988" providerId="ADAL" clId="{CA404167-434F-4B68-B172-C163EDDB701A}" dt="2025-11-26T16:08:29.996" v="825" actId="20577"/>
          <ac:spMkLst>
            <pc:docMk/>
            <pc:sldMk cId="2150675422" sldId="772"/>
            <ac:spMk id="9" creationId="{BEFE395B-DB4E-4519-807C-CB8B92945B67}"/>
          </ac:spMkLst>
        </pc:spChg>
        <pc:picChg chg="add mod">
          <ac:chgData name="Marion Lacroix" userId="9df64882-6113-4c49-9d2b-3e68714ee988" providerId="ADAL" clId="{CA404167-434F-4B68-B172-C163EDDB701A}" dt="2025-11-26T16:07:55.856" v="822" actId="1076"/>
          <ac:picMkLst>
            <pc:docMk/>
            <pc:sldMk cId="2150675422" sldId="772"/>
            <ac:picMk id="6" creationId="{FBED6B12-AE2A-4DCA-9183-ECFC6A90557B}"/>
          </ac:picMkLst>
        </pc:picChg>
        <pc:picChg chg="del">
          <ac:chgData name="Marion Lacroix" userId="9df64882-6113-4c49-9d2b-3e68714ee988" providerId="ADAL" clId="{CA404167-434F-4B68-B172-C163EDDB701A}" dt="2025-11-26T16:07:08.716" v="816" actId="478"/>
          <ac:picMkLst>
            <pc:docMk/>
            <pc:sldMk cId="2150675422" sldId="772"/>
            <ac:picMk id="14" creationId="{9EF9BD45-FFD1-40A7-8767-C5D2B2AD7844}"/>
          </ac:picMkLst>
        </pc:picChg>
        <pc:picChg chg="del">
          <ac:chgData name="Marion Lacroix" userId="9df64882-6113-4c49-9d2b-3e68714ee988" providerId="ADAL" clId="{CA404167-434F-4B68-B172-C163EDDB701A}" dt="2025-11-26T16:07:12.300" v="817" actId="478"/>
          <ac:picMkLst>
            <pc:docMk/>
            <pc:sldMk cId="2150675422" sldId="772"/>
            <ac:picMk id="15" creationId="{D6FA1ABA-080B-43C5-BDDA-CBDD8337AF75}"/>
          </ac:picMkLst>
        </pc:picChg>
        <pc:picChg chg="del">
          <ac:chgData name="Marion Lacroix" userId="9df64882-6113-4c49-9d2b-3e68714ee988" providerId="ADAL" clId="{CA404167-434F-4B68-B172-C163EDDB701A}" dt="2025-11-26T16:07:12.300" v="817" actId="478"/>
          <ac:picMkLst>
            <pc:docMk/>
            <pc:sldMk cId="2150675422" sldId="772"/>
            <ac:picMk id="16" creationId="{32CD6693-DCCC-45F2-B5C8-6BD8F5C1DE6B}"/>
          </ac:picMkLst>
        </pc:picChg>
        <pc:picChg chg="del">
          <ac:chgData name="Marion Lacroix" userId="9df64882-6113-4c49-9d2b-3e68714ee988" providerId="ADAL" clId="{CA404167-434F-4B68-B172-C163EDDB701A}" dt="2025-11-26T16:07:12.300" v="817" actId="478"/>
          <ac:picMkLst>
            <pc:docMk/>
            <pc:sldMk cId="2150675422" sldId="772"/>
            <ac:picMk id="17" creationId="{2323C8FF-CEBE-4CA1-8574-6615CE27004C}"/>
          </ac:picMkLst>
        </pc:picChg>
        <pc:picChg chg="del">
          <ac:chgData name="Marion Lacroix" userId="9df64882-6113-4c49-9d2b-3e68714ee988" providerId="ADAL" clId="{CA404167-434F-4B68-B172-C163EDDB701A}" dt="2025-11-26T16:07:12.300" v="817" actId="478"/>
          <ac:picMkLst>
            <pc:docMk/>
            <pc:sldMk cId="2150675422" sldId="772"/>
            <ac:picMk id="18" creationId="{B8074C31-4503-4B00-BE1B-3B30B390F366}"/>
          </ac:picMkLst>
        </pc:picChg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391908494" sldId="773"/>
        </pc:sldMkLst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1522850905" sldId="774"/>
        </pc:sldMkLst>
      </pc:sldChg>
      <pc:sldChg chg="del">
        <pc:chgData name="Marion Lacroix" userId="9df64882-6113-4c49-9d2b-3e68714ee988" providerId="ADAL" clId="{CA404167-434F-4B68-B172-C163EDDB701A}" dt="2025-11-26T16:29:36.829" v="1830" actId="47"/>
        <pc:sldMkLst>
          <pc:docMk/>
          <pc:sldMk cId="150817860" sldId="776"/>
        </pc:sldMkLst>
      </pc:sldChg>
      <pc:sldChg chg="modSp del mod">
        <pc:chgData name="Marion Lacroix" userId="9df64882-6113-4c49-9d2b-3e68714ee988" providerId="ADAL" clId="{CA404167-434F-4B68-B172-C163EDDB701A}" dt="2025-11-26T16:29:24.486" v="1829" actId="47"/>
        <pc:sldMkLst>
          <pc:docMk/>
          <pc:sldMk cId="3209164075" sldId="777"/>
        </pc:sldMkLst>
        <pc:spChg chg="mod">
          <ac:chgData name="Marion Lacroix" userId="9df64882-6113-4c49-9d2b-3e68714ee988" providerId="ADAL" clId="{CA404167-434F-4B68-B172-C163EDDB701A}" dt="2025-11-26T16:29:22.384" v="1828" actId="6549"/>
          <ac:spMkLst>
            <pc:docMk/>
            <pc:sldMk cId="3209164075" sldId="777"/>
            <ac:spMk id="7" creationId="{41114B76-0EAD-492D-B12C-3059C9651E4E}"/>
          </ac:spMkLst>
        </pc:spChg>
      </pc:sldChg>
      <pc:sldChg chg="addSp modSp mod">
        <pc:chgData name="Marion Lacroix" userId="9df64882-6113-4c49-9d2b-3e68714ee988" providerId="ADAL" clId="{CA404167-434F-4B68-B172-C163EDDB701A}" dt="2025-11-26T15:50:23.340" v="213" actId="1076"/>
        <pc:sldMkLst>
          <pc:docMk/>
          <pc:sldMk cId="3601713197" sldId="778"/>
        </pc:sldMkLst>
        <pc:spChg chg="add mod">
          <ac:chgData name="Marion Lacroix" userId="9df64882-6113-4c49-9d2b-3e68714ee988" providerId="ADAL" clId="{CA404167-434F-4B68-B172-C163EDDB701A}" dt="2025-11-26T15:50:23.340" v="213" actId="1076"/>
          <ac:spMkLst>
            <pc:docMk/>
            <pc:sldMk cId="3601713197" sldId="778"/>
            <ac:spMk id="4" creationId="{547A30B6-44BF-4FE9-ACF4-C1DB3834F0B0}"/>
          </ac:spMkLst>
        </pc:spChg>
        <pc:spChg chg="mod">
          <ac:chgData name="Marion Lacroix" userId="9df64882-6113-4c49-9d2b-3e68714ee988" providerId="ADAL" clId="{CA404167-434F-4B68-B172-C163EDDB701A}" dt="2025-11-26T15:46:31.677" v="43" actId="403"/>
          <ac:spMkLst>
            <pc:docMk/>
            <pc:sldMk cId="3601713197" sldId="778"/>
            <ac:spMk id="6" creationId="{00000000-0000-0000-0000-000000000000}"/>
          </ac:spMkLst>
        </pc:spChg>
        <pc:grpChg chg="mod">
          <ac:chgData name="Marion Lacroix" userId="9df64882-6113-4c49-9d2b-3e68714ee988" providerId="ADAL" clId="{CA404167-434F-4B68-B172-C163EDDB701A}" dt="2025-11-26T15:46:26.342" v="40" actId="1076"/>
          <ac:grpSpMkLst>
            <pc:docMk/>
            <pc:sldMk cId="3601713197" sldId="778"/>
            <ac:grpSpMk id="9" creationId="{EF014D96-B770-437F-8E9D-C6248933CB3E}"/>
          </ac:grpSpMkLst>
        </pc:grpChg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2336140454" sldId="782"/>
        </pc:sldMkLst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314572523" sldId="783"/>
        </pc:sldMkLst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3881652381" sldId="784"/>
        </pc:sldMkLst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3948314181" sldId="785"/>
        </pc:sldMkLst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964159493" sldId="786"/>
        </pc:sldMkLst>
      </pc:sldChg>
      <pc:sldChg chg="del">
        <pc:chgData name="Marion Lacroix" userId="9df64882-6113-4c49-9d2b-3e68714ee988" providerId="ADAL" clId="{CA404167-434F-4B68-B172-C163EDDB701A}" dt="2025-11-26T16:28:56.173" v="1827" actId="47"/>
        <pc:sldMkLst>
          <pc:docMk/>
          <pc:sldMk cId="1714616760" sldId="787"/>
        </pc:sldMkLst>
      </pc:sldChg>
      <pc:sldChg chg="addSp delSp modSp mod">
        <pc:chgData name="Marion Lacroix" userId="9df64882-6113-4c49-9d2b-3e68714ee988" providerId="ADAL" clId="{CA404167-434F-4B68-B172-C163EDDB701A}" dt="2025-11-26T17:04:02.873" v="2965" actId="242"/>
        <pc:sldMkLst>
          <pc:docMk/>
          <pc:sldMk cId="1852055849" sldId="788"/>
        </pc:sldMkLst>
        <pc:spChg chg="del">
          <ac:chgData name="Marion Lacroix" userId="9df64882-6113-4c49-9d2b-3e68714ee988" providerId="ADAL" clId="{CA404167-434F-4B68-B172-C163EDDB701A}" dt="2025-11-26T17:03:55.115" v="2960" actId="478"/>
          <ac:spMkLst>
            <pc:docMk/>
            <pc:sldMk cId="1852055849" sldId="788"/>
            <ac:spMk id="3" creationId="{730F3E48-9A8E-4308-8C54-69205D55391F}"/>
          </ac:spMkLst>
        </pc:spChg>
        <pc:spChg chg="add mod">
          <ac:chgData name="Marion Lacroix" userId="9df64882-6113-4c49-9d2b-3e68714ee988" providerId="ADAL" clId="{CA404167-434F-4B68-B172-C163EDDB701A}" dt="2025-11-26T17:04:02.873" v="2965" actId="242"/>
          <ac:spMkLst>
            <pc:docMk/>
            <pc:sldMk cId="1852055849" sldId="788"/>
            <ac:spMk id="15" creationId="{9132324A-16A1-4656-9133-D259FEECD093}"/>
          </ac:spMkLst>
        </pc:spChg>
        <pc:spChg chg="del">
          <ac:chgData name="Marion Lacroix" userId="9df64882-6113-4c49-9d2b-3e68714ee988" providerId="ADAL" clId="{CA404167-434F-4B68-B172-C163EDDB701A}" dt="2025-11-26T17:03:51.764" v="2959" actId="478"/>
          <ac:spMkLst>
            <pc:docMk/>
            <pc:sldMk cId="1852055849" sldId="788"/>
            <ac:spMk id="27" creationId="{DD43C42E-1DE8-4F80-B004-F3820F538CE8}"/>
          </ac:spMkLst>
        </pc:spChg>
      </pc:sldChg>
      <pc:sldChg chg="delSp add mod">
        <pc:chgData name="Marion Lacroix" userId="9df64882-6113-4c49-9d2b-3e68714ee988" providerId="ADAL" clId="{CA404167-434F-4B68-B172-C163EDDB701A}" dt="2025-11-26T17:01:47.124" v="2917" actId="478"/>
        <pc:sldMkLst>
          <pc:docMk/>
          <pc:sldMk cId="4078520423" sldId="793"/>
        </pc:sldMkLst>
        <pc:spChg chg="del">
          <ac:chgData name="Marion Lacroix" userId="9df64882-6113-4c49-9d2b-3e68714ee988" providerId="ADAL" clId="{CA404167-434F-4B68-B172-C163EDDB701A}" dt="2025-11-26T17:01:47.124" v="2917" actId="478"/>
          <ac:spMkLst>
            <pc:docMk/>
            <pc:sldMk cId="4078520423" sldId="793"/>
            <ac:spMk id="5" creationId="{5F9BCB1F-C0BB-446F-82C7-2EE01D0C5889}"/>
          </ac:spMkLst>
        </pc:spChg>
      </pc:sldChg>
      <pc:sldChg chg="add del ord">
        <pc:chgData name="Marion Lacroix" userId="9df64882-6113-4c49-9d2b-3e68714ee988" providerId="ADAL" clId="{CA404167-434F-4B68-B172-C163EDDB701A}" dt="2025-11-26T16:28:56.173" v="1827" actId="47"/>
        <pc:sldMkLst>
          <pc:docMk/>
          <pc:sldMk cId="766752736" sldId="796"/>
        </pc:sldMkLst>
      </pc:sldChg>
      <pc:sldChg chg="addSp delSp modSp add mod">
        <pc:chgData name="Marion Lacroix" userId="9df64882-6113-4c49-9d2b-3e68714ee988" providerId="ADAL" clId="{CA404167-434F-4B68-B172-C163EDDB701A}" dt="2025-11-26T16:59:43.582" v="2905"/>
        <pc:sldMkLst>
          <pc:docMk/>
          <pc:sldMk cId="2361275850" sldId="797"/>
        </pc:sldMkLst>
        <pc:spChg chg="mod">
          <ac:chgData name="Marion Lacroix" userId="9df64882-6113-4c49-9d2b-3e68714ee988" providerId="ADAL" clId="{CA404167-434F-4B68-B172-C163EDDB701A}" dt="2025-11-26T16:05:03" v="810" actId="20577"/>
          <ac:spMkLst>
            <pc:docMk/>
            <pc:sldMk cId="2361275850" sldId="797"/>
            <ac:spMk id="9" creationId="{649CAF71-85BB-E46B-C9EF-3972E4D631E0}"/>
          </ac:spMkLst>
        </pc:spChg>
        <pc:spChg chg="del mod">
          <ac:chgData name="Marion Lacroix" userId="9df64882-6113-4c49-9d2b-3e68714ee988" providerId="ADAL" clId="{CA404167-434F-4B68-B172-C163EDDB701A}" dt="2025-11-26T16:03:16.535" v="749" actId="478"/>
          <ac:spMkLst>
            <pc:docMk/>
            <pc:sldMk cId="2361275850" sldId="797"/>
            <ac:spMk id="10" creationId="{F1DCB85A-A34F-4AAE-85E5-400DFC79239D}"/>
          </ac:spMkLst>
        </pc:spChg>
        <pc:spChg chg="add mod">
          <ac:chgData name="Marion Lacroix" userId="9df64882-6113-4c49-9d2b-3e68714ee988" providerId="ADAL" clId="{CA404167-434F-4B68-B172-C163EDDB701A}" dt="2025-11-26T16:03:38.031" v="777" actId="20577"/>
          <ac:spMkLst>
            <pc:docMk/>
            <pc:sldMk cId="2361275850" sldId="797"/>
            <ac:spMk id="19" creationId="{31834D05-96E3-4382-924B-3E0CAD8973C6}"/>
          </ac:spMkLst>
        </pc:spChg>
        <pc:spChg chg="add mod">
          <ac:chgData name="Marion Lacroix" userId="9df64882-6113-4c49-9d2b-3e68714ee988" providerId="ADAL" clId="{CA404167-434F-4B68-B172-C163EDDB701A}" dt="2025-11-26T16:59:43.582" v="2905"/>
          <ac:spMkLst>
            <pc:docMk/>
            <pc:sldMk cId="2361275850" sldId="797"/>
            <ac:spMk id="20" creationId="{11E1EEA8-9C02-4AD2-8C3F-8B50459CA4E3}"/>
          </ac:spMkLst>
        </pc:spChg>
        <pc:picChg chg="add mod modCrop">
          <ac:chgData name="Marion Lacroix" userId="9df64882-6113-4c49-9d2b-3e68714ee988" providerId="ADAL" clId="{CA404167-434F-4B68-B172-C163EDDB701A}" dt="2025-11-26T16:04:16.588" v="786" actId="12788"/>
          <ac:picMkLst>
            <pc:docMk/>
            <pc:sldMk cId="2361275850" sldId="797"/>
            <ac:picMk id="4" creationId="{CB873A65-A0B4-4677-881C-E879864D51F2}"/>
          </ac:picMkLst>
        </pc:picChg>
        <pc:picChg chg="del">
          <ac:chgData name="Marion Lacroix" userId="9df64882-6113-4c49-9d2b-3e68714ee988" providerId="ADAL" clId="{CA404167-434F-4B68-B172-C163EDDB701A}" dt="2025-11-26T15:53:52.455" v="305" actId="478"/>
          <ac:picMkLst>
            <pc:docMk/>
            <pc:sldMk cId="2361275850" sldId="797"/>
            <ac:picMk id="11" creationId="{FA3E84CF-23C6-4986-B9E8-9952BC28BC01}"/>
          </ac:picMkLst>
        </pc:picChg>
        <pc:picChg chg="add mod">
          <ac:chgData name="Marion Lacroix" userId="9df64882-6113-4c49-9d2b-3e68714ee988" providerId="ADAL" clId="{CA404167-434F-4B68-B172-C163EDDB701A}" dt="2025-11-26T16:04:16.588" v="786" actId="12788"/>
          <ac:picMkLst>
            <pc:docMk/>
            <pc:sldMk cId="2361275850" sldId="797"/>
            <ac:picMk id="12" creationId="{A0A823BF-0A52-48B4-ADEF-75844D9799ED}"/>
          </ac:picMkLst>
        </pc:picChg>
        <pc:picChg chg="add mod modCrop">
          <ac:chgData name="Marion Lacroix" userId="9df64882-6113-4c49-9d2b-3e68714ee988" providerId="ADAL" clId="{CA404167-434F-4B68-B172-C163EDDB701A}" dt="2025-11-26T16:04:16.588" v="786" actId="12788"/>
          <ac:picMkLst>
            <pc:docMk/>
            <pc:sldMk cId="2361275850" sldId="797"/>
            <ac:picMk id="14" creationId="{C3379E5B-409C-4A5A-AB41-203860093541}"/>
          </ac:picMkLst>
        </pc:picChg>
        <pc:picChg chg="add mod modCrop">
          <ac:chgData name="Marion Lacroix" userId="9df64882-6113-4c49-9d2b-3e68714ee988" providerId="ADAL" clId="{CA404167-434F-4B68-B172-C163EDDB701A}" dt="2025-11-26T16:04:16.588" v="786" actId="12788"/>
          <ac:picMkLst>
            <pc:docMk/>
            <pc:sldMk cId="2361275850" sldId="797"/>
            <ac:picMk id="16" creationId="{96A2A8EB-338A-4B5A-B95F-D060CC35F1D0}"/>
          </ac:picMkLst>
        </pc:picChg>
        <pc:picChg chg="add mod">
          <ac:chgData name="Marion Lacroix" userId="9df64882-6113-4c49-9d2b-3e68714ee988" providerId="ADAL" clId="{CA404167-434F-4B68-B172-C163EDDB701A}" dt="2025-11-26T16:03:46.389" v="778" actId="1076"/>
          <ac:picMkLst>
            <pc:docMk/>
            <pc:sldMk cId="2361275850" sldId="797"/>
            <ac:picMk id="18" creationId="{2F5F5647-0945-402A-A80E-A53909DA03D5}"/>
          </ac:picMkLst>
        </pc:picChg>
      </pc:sldChg>
      <pc:sldChg chg="add del">
        <pc:chgData name="Marion Lacroix" userId="9df64882-6113-4c49-9d2b-3e68714ee988" providerId="ADAL" clId="{CA404167-434F-4B68-B172-C163EDDB701A}" dt="2025-11-26T16:06:15.196" v="814" actId="47"/>
        <pc:sldMkLst>
          <pc:docMk/>
          <pc:sldMk cId="151492160" sldId="798"/>
        </pc:sldMkLst>
      </pc:sldChg>
      <pc:sldChg chg="addSp delSp modSp add mod">
        <pc:chgData name="Marion Lacroix" userId="9df64882-6113-4c49-9d2b-3e68714ee988" providerId="ADAL" clId="{CA404167-434F-4B68-B172-C163EDDB701A}" dt="2025-11-26T17:01:36.143" v="2916" actId="242"/>
        <pc:sldMkLst>
          <pc:docMk/>
          <pc:sldMk cId="757598710" sldId="798"/>
        </pc:sldMkLst>
        <pc:spChg chg="del">
          <ac:chgData name="Marion Lacroix" userId="9df64882-6113-4c49-9d2b-3e68714ee988" providerId="ADAL" clId="{CA404167-434F-4B68-B172-C163EDDB701A}" dt="2025-11-26T17:01:31.581" v="2915" actId="478"/>
          <ac:spMkLst>
            <pc:docMk/>
            <pc:sldMk cId="757598710" sldId="798"/>
            <ac:spMk id="5" creationId="{AA856E2A-8697-4CE6-AB10-4BC5F6BD01AE}"/>
          </ac:spMkLst>
        </pc:spChg>
        <pc:spChg chg="mod">
          <ac:chgData name="Marion Lacroix" userId="9df64882-6113-4c49-9d2b-3e68714ee988" providerId="ADAL" clId="{CA404167-434F-4B68-B172-C163EDDB701A}" dt="2025-11-26T16:31:36.372" v="1884" actId="255"/>
          <ac:spMkLst>
            <pc:docMk/>
            <pc:sldMk cId="757598710" sldId="798"/>
            <ac:spMk id="7" creationId="{41114B76-0EAD-492D-B12C-3059C9651E4E}"/>
          </ac:spMkLst>
        </pc:spChg>
        <pc:spChg chg="del">
          <ac:chgData name="Marion Lacroix" userId="9df64882-6113-4c49-9d2b-3e68714ee988" providerId="ADAL" clId="{CA404167-434F-4B68-B172-C163EDDB701A}" dt="2025-11-26T17:00:30.270" v="2908" actId="478"/>
          <ac:spMkLst>
            <pc:docMk/>
            <pc:sldMk cId="757598710" sldId="798"/>
            <ac:spMk id="13" creationId="{C2A77FFB-FA0A-4490-ACDA-DF555C7F618E}"/>
          </ac:spMkLst>
        </pc:spChg>
        <pc:spChg chg="add mod">
          <ac:chgData name="Marion Lacroix" userId="9df64882-6113-4c49-9d2b-3e68714ee988" providerId="ADAL" clId="{CA404167-434F-4B68-B172-C163EDDB701A}" dt="2025-11-26T17:01:36.143" v="2916" actId="242"/>
          <ac:spMkLst>
            <pc:docMk/>
            <pc:sldMk cId="757598710" sldId="798"/>
            <ac:spMk id="14" creationId="{460D8887-570A-47F8-A659-F51CA2C60395}"/>
          </ac:spMkLst>
        </pc:spChg>
      </pc:sldChg>
      <pc:sldChg chg="addSp delSp modSp add mod ord">
        <pc:chgData name="Marion Lacroix" userId="9df64882-6113-4c49-9d2b-3e68714ee988" providerId="ADAL" clId="{CA404167-434F-4B68-B172-C163EDDB701A}" dt="2025-11-26T17:02:47.520" v="2938" actId="255"/>
        <pc:sldMkLst>
          <pc:docMk/>
          <pc:sldMk cId="585246283" sldId="799"/>
        </pc:sldMkLst>
        <pc:spChg chg="del">
          <ac:chgData name="Marion Lacroix" userId="9df64882-6113-4c49-9d2b-3e68714ee988" providerId="ADAL" clId="{CA404167-434F-4B68-B172-C163EDDB701A}" dt="2025-11-26T17:02:33.570" v="2932" actId="478"/>
          <ac:spMkLst>
            <pc:docMk/>
            <pc:sldMk cId="585246283" sldId="799"/>
            <ac:spMk id="4" creationId="{7F64D0E2-0169-47B5-AA0E-4BB20819164A}"/>
          </ac:spMkLst>
        </pc:spChg>
        <pc:spChg chg="add mod">
          <ac:chgData name="Marion Lacroix" userId="9df64882-6113-4c49-9d2b-3e68714ee988" providerId="ADAL" clId="{CA404167-434F-4B68-B172-C163EDDB701A}" dt="2025-11-26T17:02:47.520" v="2938" actId="255"/>
          <ac:spMkLst>
            <pc:docMk/>
            <pc:sldMk cId="585246283" sldId="799"/>
            <ac:spMk id="15" creationId="{8CE5F986-2D16-418C-B8F7-528C64BB408C}"/>
          </ac:spMkLst>
        </pc:spChg>
        <pc:spChg chg="del">
          <ac:chgData name="Marion Lacroix" userId="9df64882-6113-4c49-9d2b-3e68714ee988" providerId="ADAL" clId="{CA404167-434F-4B68-B172-C163EDDB701A}" dt="2025-11-26T17:02:39.227" v="2933" actId="478"/>
          <ac:spMkLst>
            <pc:docMk/>
            <pc:sldMk cId="585246283" sldId="799"/>
            <ac:spMk id="28" creationId="{6F36AE28-1FF9-41D4-B654-E3F9790BE12E}"/>
          </ac:spMkLst>
        </pc:spChg>
      </pc:sldChg>
      <pc:sldChg chg="addSp delSp modSp add mod">
        <pc:chgData name="Marion Lacroix" userId="9df64882-6113-4c49-9d2b-3e68714ee988" providerId="ADAL" clId="{CA404167-434F-4B68-B172-C163EDDB701A}" dt="2025-11-26T17:02:11.470" v="2924" actId="113"/>
        <pc:sldMkLst>
          <pc:docMk/>
          <pc:sldMk cId="2017848545" sldId="800"/>
        </pc:sldMkLst>
        <pc:spChg chg="mod">
          <ac:chgData name="Marion Lacroix" userId="9df64882-6113-4c49-9d2b-3e68714ee988" providerId="ADAL" clId="{CA404167-434F-4B68-B172-C163EDDB701A}" dt="2025-11-26T16:12:08.224" v="863" actId="20577"/>
          <ac:spMkLst>
            <pc:docMk/>
            <pc:sldMk cId="2017848545" sldId="800"/>
            <ac:spMk id="2" creationId="{00000000-0000-0000-0000-000000000000}"/>
          </ac:spMkLst>
        </pc:spChg>
        <pc:spChg chg="del">
          <ac:chgData name="Marion Lacroix" userId="9df64882-6113-4c49-9d2b-3e68714ee988" providerId="ADAL" clId="{CA404167-434F-4B68-B172-C163EDDB701A}" dt="2025-11-26T17:01:58.639" v="2918" actId="478"/>
          <ac:spMkLst>
            <pc:docMk/>
            <pc:sldMk cId="2017848545" sldId="800"/>
            <ac:spMk id="5" creationId="{BD843B02-D79A-4C60-B7CB-DF259BD8881D}"/>
          </ac:spMkLst>
        </pc:spChg>
        <pc:spChg chg="mod">
          <ac:chgData name="Marion Lacroix" userId="9df64882-6113-4c49-9d2b-3e68714ee988" providerId="ADAL" clId="{CA404167-434F-4B68-B172-C163EDDB701A}" dt="2025-11-26T16:17:53.173" v="1508"/>
          <ac:spMkLst>
            <pc:docMk/>
            <pc:sldMk cId="2017848545" sldId="800"/>
            <ac:spMk id="7" creationId="{41114B76-0EAD-492D-B12C-3059C9651E4E}"/>
          </ac:spMkLst>
        </pc:spChg>
        <pc:spChg chg="del">
          <ac:chgData name="Marion Lacroix" userId="9df64882-6113-4c49-9d2b-3e68714ee988" providerId="ADAL" clId="{CA404167-434F-4B68-B172-C163EDDB701A}" dt="2025-11-26T17:02:02.229" v="2919" actId="478"/>
          <ac:spMkLst>
            <pc:docMk/>
            <pc:sldMk cId="2017848545" sldId="800"/>
            <ac:spMk id="24" creationId="{37A8D7EB-3FA8-4D1E-84E2-64CF7DAD6659}"/>
          </ac:spMkLst>
        </pc:spChg>
        <pc:spChg chg="add mod">
          <ac:chgData name="Marion Lacroix" userId="9df64882-6113-4c49-9d2b-3e68714ee988" providerId="ADAL" clId="{CA404167-434F-4B68-B172-C163EDDB701A}" dt="2025-11-26T17:02:11.470" v="2924" actId="113"/>
          <ac:spMkLst>
            <pc:docMk/>
            <pc:sldMk cId="2017848545" sldId="800"/>
            <ac:spMk id="27" creationId="{3F456AAD-9575-427E-ACD9-7BB0339D990D}"/>
          </ac:spMkLst>
        </pc:spChg>
        <pc:picChg chg="del">
          <ac:chgData name="Marion Lacroix" userId="9df64882-6113-4c49-9d2b-3e68714ee988" providerId="ADAL" clId="{CA404167-434F-4B68-B172-C163EDDB701A}" dt="2025-11-26T16:12:19.368" v="865" actId="478"/>
          <ac:picMkLst>
            <pc:docMk/>
            <pc:sldMk cId="2017848545" sldId="800"/>
            <ac:picMk id="17" creationId="{548CE250-C4C6-4C2E-AE2F-38B4A06818EB}"/>
          </ac:picMkLst>
        </pc:picChg>
        <pc:picChg chg="del">
          <ac:chgData name="Marion Lacroix" userId="9df64882-6113-4c49-9d2b-3e68714ee988" providerId="ADAL" clId="{CA404167-434F-4B68-B172-C163EDDB701A}" dt="2025-11-26T16:12:19.888" v="866" actId="478"/>
          <ac:picMkLst>
            <pc:docMk/>
            <pc:sldMk cId="2017848545" sldId="800"/>
            <ac:picMk id="18" creationId="{D165E19E-83A2-4D82-9A0D-BBFDADFAFAAE}"/>
          </ac:picMkLst>
        </pc:picChg>
        <pc:picChg chg="del">
          <ac:chgData name="Marion Lacroix" userId="9df64882-6113-4c49-9d2b-3e68714ee988" providerId="ADAL" clId="{CA404167-434F-4B68-B172-C163EDDB701A}" dt="2025-11-26T16:12:21.144" v="868" actId="478"/>
          <ac:picMkLst>
            <pc:docMk/>
            <pc:sldMk cId="2017848545" sldId="800"/>
            <ac:picMk id="19" creationId="{01334C90-1F62-4FC5-8B50-D7692D35BC6F}"/>
          </ac:picMkLst>
        </pc:picChg>
        <pc:picChg chg="del">
          <ac:chgData name="Marion Lacroix" userId="9df64882-6113-4c49-9d2b-3e68714ee988" providerId="ADAL" clId="{CA404167-434F-4B68-B172-C163EDDB701A}" dt="2025-11-26T16:12:20.655" v="867" actId="478"/>
          <ac:picMkLst>
            <pc:docMk/>
            <pc:sldMk cId="2017848545" sldId="800"/>
            <ac:picMk id="20" creationId="{FA578215-319C-47D9-8FE0-CEBEB1CB3A28}"/>
          </ac:picMkLst>
        </pc:picChg>
        <pc:picChg chg="mod">
          <ac:chgData name="Marion Lacroix" userId="9df64882-6113-4c49-9d2b-3e68714ee988" providerId="ADAL" clId="{CA404167-434F-4B68-B172-C163EDDB701A}" dt="2025-11-26T16:17:59.376" v="1509" actId="1076"/>
          <ac:picMkLst>
            <pc:docMk/>
            <pc:sldMk cId="2017848545" sldId="800"/>
            <ac:picMk id="21" creationId="{C8963FB3-8EF4-433A-87D8-A395D96A505B}"/>
          </ac:picMkLst>
        </pc:picChg>
        <pc:picChg chg="mod">
          <ac:chgData name="Marion Lacroix" userId="9df64882-6113-4c49-9d2b-3e68714ee988" providerId="ADAL" clId="{CA404167-434F-4B68-B172-C163EDDB701A}" dt="2025-11-26T16:17:59.376" v="1509" actId="1076"/>
          <ac:picMkLst>
            <pc:docMk/>
            <pc:sldMk cId="2017848545" sldId="800"/>
            <ac:picMk id="22" creationId="{D45D7053-98AF-4A07-9E73-AB2DF62757FF}"/>
          </ac:picMkLst>
        </pc:picChg>
        <pc:picChg chg="mod">
          <ac:chgData name="Marion Lacroix" userId="9df64882-6113-4c49-9d2b-3e68714ee988" providerId="ADAL" clId="{CA404167-434F-4B68-B172-C163EDDB701A}" dt="2025-11-26T16:17:59.376" v="1509" actId="1076"/>
          <ac:picMkLst>
            <pc:docMk/>
            <pc:sldMk cId="2017848545" sldId="800"/>
            <ac:picMk id="23" creationId="{A1D6A823-D8B3-4569-B06E-DEDD59EFAE16}"/>
          </ac:picMkLst>
        </pc:picChg>
      </pc:sldChg>
      <pc:sldChg chg="addSp delSp modSp add mod">
        <pc:chgData name="Marion Lacroix" userId="9df64882-6113-4c49-9d2b-3e68714ee988" providerId="ADAL" clId="{CA404167-434F-4B68-B172-C163EDDB701A}" dt="2025-11-26T17:04:24.705" v="2966" actId="1076"/>
        <pc:sldMkLst>
          <pc:docMk/>
          <pc:sldMk cId="2546789251" sldId="801"/>
        </pc:sldMkLst>
        <pc:spChg chg="del">
          <ac:chgData name="Marion Lacroix" userId="9df64882-6113-4c49-9d2b-3e68714ee988" providerId="ADAL" clId="{CA404167-434F-4B68-B172-C163EDDB701A}" dt="2025-11-26T17:02:21.215" v="2926" actId="478"/>
          <ac:spMkLst>
            <pc:docMk/>
            <pc:sldMk cId="2546789251" sldId="801"/>
            <ac:spMk id="4" creationId="{8AB402FD-74D1-4E81-B870-C66480950A14}"/>
          </ac:spMkLst>
        </pc:spChg>
        <pc:spChg chg="del">
          <ac:chgData name="Marion Lacroix" userId="9df64882-6113-4c49-9d2b-3e68714ee988" providerId="ADAL" clId="{CA404167-434F-4B68-B172-C163EDDB701A}" dt="2025-11-26T17:02:16.464" v="2925" actId="478"/>
          <ac:spMkLst>
            <pc:docMk/>
            <pc:sldMk cId="2546789251" sldId="801"/>
            <ac:spMk id="13" creationId="{146FD404-BF76-4E78-875E-7E06D0BAFB5C}"/>
          </ac:spMkLst>
        </pc:spChg>
        <pc:spChg chg="add mod">
          <ac:chgData name="Marion Lacroix" userId="9df64882-6113-4c49-9d2b-3e68714ee988" providerId="ADAL" clId="{CA404167-434F-4B68-B172-C163EDDB701A}" dt="2025-11-26T16:21:35.567" v="1675" actId="571"/>
          <ac:spMkLst>
            <pc:docMk/>
            <pc:sldMk cId="2546789251" sldId="801"/>
            <ac:spMk id="16" creationId="{3731816A-CB83-49BC-BB7B-056E20D4E4A8}"/>
          </ac:spMkLst>
        </pc:spChg>
        <pc:spChg chg="add mod">
          <ac:chgData name="Marion Lacroix" userId="9df64882-6113-4c49-9d2b-3e68714ee988" providerId="ADAL" clId="{CA404167-434F-4B68-B172-C163EDDB701A}" dt="2025-11-26T17:02:28.358" v="2931" actId="113"/>
          <ac:spMkLst>
            <pc:docMk/>
            <pc:sldMk cId="2546789251" sldId="801"/>
            <ac:spMk id="17" creationId="{1EE09997-AB0A-4FA6-ADE0-97073BEE1553}"/>
          </ac:spMkLst>
        </pc:spChg>
        <pc:spChg chg="mod">
          <ac:chgData name="Marion Lacroix" userId="9df64882-6113-4c49-9d2b-3e68714ee988" providerId="ADAL" clId="{CA404167-434F-4B68-B172-C163EDDB701A}" dt="2025-11-26T16:50:34.037" v="2812" actId="20577"/>
          <ac:spMkLst>
            <pc:docMk/>
            <pc:sldMk cId="2546789251" sldId="801"/>
            <ac:spMk id="27" creationId="{0FC948AE-773B-40A9-9ED8-2A1AB050C902}"/>
          </ac:spMkLst>
        </pc:spChg>
        <pc:spChg chg="mod">
          <ac:chgData name="Marion Lacroix" userId="9df64882-6113-4c49-9d2b-3e68714ee988" providerId="ADAL" clId="{CA404167-434F-4B68-B172-C163EDDB701A}" dt="2025-11-26T17:04:24.705" v="2966" actId="1076"/>
          <ac:spMkLst>
            <pc:docMk/>
            <pc:sldMk cId="2546789251" sldId="801"/>
            <ac:spMk id="28" creationId="{68CA874C-FF39-47F3-B6CB-1D51492A8661}"/>
          </ac:spMkLst>
        </pc:spChg>
        <pc:spChg chg="del mod">
          <ac:chgData name="Marion Lacroix" userId="9df64882-6113-4c49-9d2b-3e68714ee988" providerId="ADAL" clId="{CA404167-434F-4B68-B172-C163EDDB701A}" dt="2025-11-26T16:36:18.473" v="1921" actId="478"/>
          <ac:spMkLst>
            <pc:docMk/>
            <pc:sldMk cId="2546789251" sldId="801"/>
            <ac:spMk id="29" creationId="{3C75DE51-7AF8-424F-A9A0-2F6560CEC849}"/>
          </ac:spMkLst>
        </pc:spChg>
        <pc:picChg chg="add mod">
          <ac:chgData name="Marion Lacroix" userId="9df64882-6113-4c49-9d2b-3e68714ee988" providerId="ADAL" clId="{CA404167-434F-4B68-B172-C163EDDB701A}" dt="2025-11-26T16:21:35.567" v="1675" actId="571"/>
          <ac:picMkLst>
            <pc:docMk/>
            <pc:sldMk cId="2546789251" sldId="801"/>
            <ac:picMk id="15" creationId="{08EDA81A-59A6-472D-A7EF-07E8CA1D0196}"/>
          </ac:picMkLst>
        </pc:picChg>
        <pc:picChg chg="del mod">
          <ac:chgData name="Marion Lacroix" userId="9df64882-6113-4c49-9d2b-3e68714ee988" providerId="ADAL" clId="{CA404167-434F-4B68-B172-C163EDDB701A}" dt="2025-11-26T16:36:18.473" v="1921" actId="478"/>
          <ac:picMkLst>
            <pc:docMk/>
            <pc:sldMk cId="2546789251" sldId="801"/>
            <ac:picMk id="24" creationId="{E679F054-6018-4CF0-94F1-33ED5BC5319E}"/>
          </ac:picMkLst>
        </pc:picChg>
        <pc:picChg chg="mod">
          <ac:chgData name="Marion Lacroix" userId="9df64882-6113-4c49-9d2b-3e68714ee988" providerId="ADAL" clId="{CA404167-434F-4B68-B172-C163EDDB701A}" dt="2025-11-26T17:04:24.705" v="2966" actId="1076"/>
          <ac:picMkLst>
            <pc:docMk/>
            <pc:sldMk cId="2546789251" sldId="801"/>
            <ac:picMk id="30" creationId="{281FB2F7-B50F-4180-8557-FDA8B89F6B13}"/>
          </ac:picMkLst>
        </pc:picChg>
      </pc:sldChg>
      <pc:sldChg chg="addSp delSp modSp add mod">
        <pc:chgData name="Marion Lacroix" userId="9df64882-6113-4c49-9d2b-3e68714ee988" providerId="ADAL" clId="{CA404167-434F-4B68-B172-C163EDDB701A}" dt="2025-11-26T16:59:56.122" v="2907"/>
        <pc:sldMkLst>
          <pc:docMk/>
          <pc:sldMk cId="466253232" sldId="802"/>
        </pc:sldMkLst>
        <pc:spChg chg="mod">
          <ac:chgData name="Marion Lacroix" userId="9df64882-6113-4c49-9d2b-3e68714ee988" providerId="ADAL" clId="{CA404167-434F-4B68-B172-C163EDDB701A}" dt="2025-11-26T16:22:32.811" v="1700" actId="1076"/>
          <ac:spMkLst>
            <pc:docMk/>
            <pc:sldMk cId="466253232" sldId="802"/>
            <ac:spMk id="6" creationId="{00000000-0000-0000-0000-000000000000}"/>
          </ac:spMkLst>
        </pc:spChg>
        <pc:spChg chg="mod">
          <ac:chgData name="Marion Lacroix" userId="9df64882-6113-4c49-9d2b-3e68714ee988" providerId="ADAL" clId="{CA404167-434F-4B68-B172-C163EDDB701A}" dt="2025-11-26T16:22:26.043" v="1699" actId="1076"/>
          <ac:spMkLst>
            <pc:docMk/>
            <pc:sldMk cId="466253232" sldId="802"/>
            <ac:spMk id="9" creationId="{064A21B9-D2B4-49C3-B39A-984967DE242D}"/>
          </ac:spMkLst>
        </pc:spChg>
        <pc:spChg chg="del">
          <ac:chgData name="Marion Lacroix" userId="9df64882-6113-4c49-9d2b-3e68714ee988" providerId="ADAL" clId="{CA404167-434F-4B68-B172-C163EDDB701A}" dt="2025-11-26T16:59:55.761" v="2906" actId="478"/>
          <ac:spMkLst>
            <pc:docMk/>
            <pc:sldMk cId="466253232" sldId="802"/>
            <ac:spMk id="10" creationId="{E202880A-E9CF-4E9D-8B29-5DB98A7B5984}"/>
          </ac:spMkLst>
        </pc:spChg>
        <pc:spChg chg="add mod">
          <ac:chgData name="Marion Lacroix" userId="9df64882-6113-4c49-9d2b-3e68714ee988" providerId="ADAL" clId="{CA404167-434F-4B68-B172-C163EDDB701A}" dt="2025-11-26T16:59:56.122" v="2907"/>
          <ac:spMkLst>
            <pc:docMk/>
            <pc:sldMk cId="466253232" sldId="802"/>
            <ac:spMk id="11" creationId="{A0B99B6E-89EA-421B-BD04-F5AC00C65404}"/>
          </ac:spMkLst>
        </pc:spChg>
        <pc:picChg chg="add mod">
          <ac:chgData name="Marion Lacroix" userId="9df64882-6113-4c49-9d2b-3e68714ee988" providerId="ADAL" clId="{CA404167-434F-4B68-B172-C163EDDB701A}" dt="2025-11-26T16:33:55.456" v="1910" actId="1076"/>
          <ac:picMkLst>
            <pc:docMk/>
            <pc:sldMk cId="466253232" sldId="802"/>
            <ac:picMk id="5" creationId="{CAC47F03-C326-4966-BB4C-AB1203A181DD}"/>
          </ac:picMkLst>
        </pc:picChg>
        <pc:picChg chg="add del mod">
          <ac:chgData name="Marion Lacroix" userId="9df64882-6113-4c49-9d2b-3e68714ee988" providerId="ADAL" clId="{CA404167-434F-4B68-B172-C163EDDB701A}" dt="2025-11-26T16:33:57.208" v="1911" actId="478"/>
          <ac:picMkLst>
            <pc:docMk/>
            <pc:sldMk cId="466253232" sldId="802"/>
            <ac:picMk id="8" creationId="{8FAB2635-18D4-41EB-9454-E666906D8B10}"/>
          </ac:picMkLst>
        </pc:picChg>
      </pc:sldChg>
      <pc:sldChg chg="addSp modSp add mod ord">
        <pc:chgData name="Marion Lacroix" userId="9df64882-6113-4c49-9d2b-3e68714ee988" providerId="ADAL" clId="{CA404167-434F-4B68-B172-C163EDDB701A}" dt="2025-11-26T16:45:13.341" v="2444" actId="20577"/>
        <pc:sldMkLst>
          <pc:docMk/>
          <pc:sldMk cId="487014713" sldId="803"/>
        </pc:sldMkLst>
        <pc:spChg chg="mod">
          <ac:chgData name="Marion Lacroix" userId="9df64882-6113-4c49-9d2b-3e68714ee988" providerId="ADAL" clId="{CA404167-434F-4B68-B172-C163EDDB701A}" dt="2025-11-26T16:45:13.341" v="2444" actId="20577"/>
          <ac:spMkLst>
            <pc:docMk/>
            <pc:sldMk cId="487014713" sldId="803"/>
            <ac:spMk id="6" creationId="{00000000-0000-0000-0000-000000000000}"/>
          </ac:spMkLst>
        </pc:spChg>
        <pc:picChg chg="add mod">
          <ac:chgData name="Marion Lacroix" userId="9df64882-6113-4c49-9d2b-3e68714ee988" providerId="ADAL" clId="{CA404167-434F-4B68-B172-C163EDDB701A}" dt="2025-11-26T16:32:41.945" v="1904" actId="1076"/>
          <ac:picMkLst>
            <pc:docMk/>
            <pc:sldMk cId="487014713" sldId="803"/>
            <ac:picMk id="5" creationId="{A8229FB1-4DA2-4B2D-91F4-CE1A746FE5C0}"/>
          </ac:picMkLst>
        </pc:picChg>
      </pc:sldChg>
      <pc:sldChg chg="addSp modSp add mod">
        <pc:chgData name="Marion Lacroix" userId="9df64882-6113-4c49-9d2b-3e68714ee988" providerId="ADAL" clId="{CA404167-434F-4B68-B172-C163EDDB701A}" dt="2025-11-26T16:27:35.197" v="1809" actId="1076"/>
        <pc:sldMkLst>
          <pc:docMk/>
          <pc:sldMk cId="654404437" sldId="804"/>
        </pc:sldMkLst>
        <pc:spChg chg="mod">
          <ac:chgData name="Marion Lacroix" userId="9df64882-6113-4c49-9d2b-3e68714ee988" providerId="ADAL" clId="{CA404167-434F-4B68-B172-C163EDDB701A}" dt="2025-11-26T16:25:33.728" v="1717" actId="1076"/>
          <ac:spMkLst>
            <pc:docMk/>
            <pc:sldMk cId="654404437" sldId="804"/>
            <ac:spMk id="5" creationId="{A0008525-092B-97F0-719E-F2B4ACA7B1EE}"/>
          </ac:spMkLst>
        </pc:spChg>
        <pc:spChg chg="mod">
          <ac:chgData name="Marion Lacroix" userId="9df64882-6113-4c49-9d2b-3e68714ee988" providerId="ADAL" clId="{CA404167-434F-4B68-B172-C163EDDB701A}" dt="2025-11-26T16:26:47.834" v="1796" actId="20577"/>
          <ac:spMkLst>
            <pc:docMk/>
            <pc:sldMk cId="654404437" sldId="804"/>
            <ac:spMk id="9" creationId="{649CAF71-85BB-E46B-C9EF-3972E4D631E0}"/>
          </ac:spMkLst>
        </pc:spChg>
        <pc:picChg chg="add mod">
          <ac:chgData name="Marion Lacroix" userId="9df64882-6113-4c49-9d2b-3e68714ee988" providerId="ADAL" clId="{CA404167-434F-4B68-B172-C163EDDB701A}" dt="2025-11-26T16:27:22.764" v="1804" actId="1076"/>
          <ac:picMkLst>
            <pc:docMk/>
            <pc:sldMk cId="654404437" sldId="804"/>
            <ac:picMk id="4" creationId="{99A6B0D3-8DF6-435B-96EF-4D279E18DD3D}"/>
          </ac:picMkLst>
        </pc:picChg>
        <pc:picChg chg="mod ord">
          <ac:chgData name="Marion Lacroix" userId="9df64882-6113-4c49-9d2b-3e68714ee988" providerId="ADAL" clId="{CA404167-434F-4B68-B172-C163EDDB701A}" dt="2025-11-26T16:27:35.197" v="1809" actId="1076"/>
          <ac:picMkLst>
            <pc:docMk/>
            <pc:sldMk cId="654404437" sldId="804"/>
            <ac:picMk id="7" creationId="{CBAAAC15-0E7D-4580-BAEB-7D4C6F48DC6F}"/>
          </ac:picMkLst>
        </pc:picChg>
      </pc:sldChg>
      <pc:sldChg chg="addSp delSp modSp add mod">
        <pc:chgData name="Marion Lacroix" userId="9df64882-6113-4c49-9d2b-3e68714ee988" providerId="ADAL" clId="{CA404167-434F-4B68-B172-C163EDDB701A}" dt="2025-11-26T16:57:57.880" v="2899" actId="1076"/>
        <pc:sldMkLst>
          <pc:docMk/>
          <pc:sldMk cId="703393536" sldId="805"/>
        </pc:sldMkLst>
        <pc:spChg chg="mod">
          <ac:chgData name="Marion Lacroix" userId="9df64882-6113-4c49-9d2b-3e68714ee988" providerId="ADAL" clId="{CA404167-434F-4B68-B172-C163EDDB701A}" dt="2025-11-26T16:32:08.655" v="1898" actId="20577"/>
          <ac:spMkLst>
            <pc:docMk/>
            <pc:sldMk cId="703393536" sldId="805"/>
            <ac:spMk id="6" creationId="{00000000-0000-0000-0000-000000000000}"/>
          </ac:spMkLst>
        </pc:spChg>
        <pc:picChg chg="add del mod">
          <ac:chgData name="Marion Lacroix" userId="9df64882-6113-4c49-9d2b-3e68714ee988" providerId="ADAL" clId="{CA404167-434F-4B68-B172-C163EDDB701A}" dt="2025-11-26T16:57:51.351" v="2897" actId="478"/>
          <ac:picMkLst>
            <pc:docMk/>
            <pc:sldMk cId="703393536" sldId="805"/>
            <ac:picMk id="5" creationId="{D567D485-6379-47EC-B847-67CD3496B724}"/>
          </ac:picMkLst>
        </pc:picChg>
        <pc:picChg chg="add del mod">
          <ac:chgData name="Marion Lacroix" userId="9df64882-6113-4c49-9d2b-3e68714ee988" providerId="ADAL" clId="{CA404167-434F-4B68-B172-C163EDDB701A}" dt="2025-11-26T16:35:58.258" v="1917" actId="478"/>
          <ac:picMkLst>
            <pc:docMk/>
            <pc:sldMk cId="703393536" sldId="805"/>
            <ac:picMk id="8" creationId="{0707B71F-9DA9-4720-BE09-7EB1BD82A5B9}"/>
          </ac:picMkLst>
        </pc:picChg>
        <pc:picChg chg="add mod">
          <ac:chgData name="Marion Lacroix" userId="9df64882-6113-4c49-9d2b-3e68714ee988" providerId="ADAL" clId="{CA404167-434F-4B68-B172-C163EDDB701A}" dt="2025-11-26T16:57:57.880" v="2899" actId="1076"/>
          <ac:picMkLst>
            <pc:docMk/>
            <pc:sldMk cId="703393536" sldId="805"/>
            <ac:picMk id="11" creationId="{A892F759-9BB3-4490-A8B1-B825B65D349B}"/>
          </ac:picMkLst>
        </pc:picChg>
      </pc:sldChg>
      <pc:sldChg chg="addSp delSp modSp add mod ord">
        <pc:chgData name="Marion Lacroix" userId="9df64882-6113-4c49-9d2b-3e68714ee988" providerId="ADAL" clId="{CA404167-434F-4B68-B172-C163EDDB701A}" dt="2025-11-26T17:03:42.094" v="2958" actId="242"/>
        <pc:sldMkLst>
          <pc:docMk/>
          <pc:sldMk cId="2044932368" sldId="806"/>
        </pc:sldMkLst>
        <pc:spChg chg="mod">
          <ac:chgData name="Marion Lacroix" userId="9df64882-6113-4c49-9d2b-3e68714ee988" providerId="ADAL" clId="{CA404167-434F-4B68-B172-C163EDDB701A}" dt="2025-11-26T16:43:19.902" v="2360" actId="20577"/>
          <ac:spMkLst>
            <pc:docMk/>
            <pc:sldMk cId="2044932368" sldId="806"/>
            <ac:spMk id="2" creationId="{D2914144-4E5E-4757-976A-35690A828941}"/>
          </ac:spMkLst>
        </pc:spChg>
        <pc:spChg chg="del">
          <ac:chgData name="Marion Lacroix" userId="9df64882-6113-4c49-9d2b-3e68714ee988" providerId="ADAL" clId="{CA404167-434F-4B68-B172-C163EDDB701A}" dt="2025-11-26T17:03:30.500" v="2952" actId="478"/>
          <ac:spMkLst>
            <pc:docMk/>
            <pc:sldMk cId="2044932368" sldId="806"/>
            <ac:spMk id="7" creationId="{EA502D2D-F319-46F1-934D-B59AAE21D5AB}"/>
          </ac:spMkLst>
        </pc:spChg>
        <pc:spChg chg="del">
          <ac:chgData name="Marion Lacroix" userId="9df64882-6113-4c49-9d2b-3e68714ee988" providerId="ADAL" clId="{CA404167-434F-4B68-B172-C163EDDB701A}" dt="2025-11-26T17:03:34.588" v="2953" actId="478"/>
          <ac:spMkLst>
            <pc:docMk/>
            <pc:sldMk cId="2044932368" sldId="806"/>
            <ac:spMk id="13" creationId="{146FD404-BF76-4E78-875E-7E06D0BAFB5C}"/>
          </ac:spMkLst>
        </pc:spChg>
        <pc:spChg chg="add mod">
          <ac:chgData name="Marion Lacroix" userId="9df64882-6113-4c49-9d2b-3e68714ee988" providerId="ADAL" clId="{CA404167-434F-4B68-B172-C163EDDB701A}" dt="2025-11-26T17:03:42.094" v="2958" actId="242"/>
          <ac:spMkLst>
            <pc:docMk/>
            <pc:sldMk cId="2044932368" sldId="806"/>
            <ac:spMk id="17" creationId="{2509F699-B231-4611-B21F-05C14CA422AF}"/>
          </ac:spMkLst>
        </pc:spChg>
        <pc:spChg chg="del">
          <ac:chgData name="Marion Lacroix" userId="9df64882-6113-4c49-9d2b-3e68714ee988" providerId="ADAL" clId="{CA404167-434F-4B68-B172-C163EDDB701A}" dt="2025-11-26T16:36:29.985" v="1923" actId="478"/>
          <ac:spMkLst>
            <pc:docMk/>
            <pc:sldMk cId="2044932368" sldId="806"/>
            <ac:spMk id="27" creationId="{0FC948AE-773B-40A9-9ED8-2A1AB050C902}"/>
          </ac:spMkLst>
        </pc:spChg>
        <pc:spChg chg="del">
          <ac:chgData name="Marion Lacroix" userId="9df64882-6113-4c49-9d2b-3e68714ee988" providerId="ADAL" clId="{CA404167-434F-4B68-B172-C163EDDB701A}" dt="2025-11-26T16:36:29.985" v="1923" actId="478"/>
          <ac:spMkLst>
            <pc:docMk/>
            <pc:sldMk cId="2044932368" sldId="806"/>
            <ac:spMk id="28" creationId="{68CA874C-FF39-47F3-B6CB-1D51492A8661}"/>
          </ac:spMkLst>
        </pc:spChg>
        <pc:spChg chg="mod">
          <ac:chgData name="Marion Lacroix" userId="9df64882-6113-4c49-9d2b-3e68714ee988" providerId="ADAL" clId="{CA404167-434F-4B68-B172-C163EDDB701A}" dt="2025-11-26T16:48:24.189" v="2792" actId="20577"/>
          <ac:spMkLst>
            <pc:docMk/>
            <pc:sldMk cId="2044932368" sldId="806"/>
            <ac:spMk id="29" creationId="{3C75DE51-7AF8-424F-A9A0-2F6560CEC849}"/>
          </ac:spMkLst>
        </pc:spChg>
        <pc:picChg chg="add mod">
          <ac:chgData name="Marion Lacroix" userId="9df64882-6113-4c49-9d2b-3e68714ee988" providerId="ADAL" clId="{CA404167-434F-4B68-B172-C163EDDB701A}" dt="2025-11-26T16:59:05.319" v="2903" actId="1076"/>
          <ac:picMkLst>
            <pc:docMk/>
            <pc:sldMk cId="2044932368" sldId="806"/>
            <ac:picMk id="4" creationId="{6C6BEFEA-6B05-4FEF-8F28-A73F0D7B1332}"/>
          </ac:picMkLst>
        </pc:picChg>
        <pc:picChg chg="del">
          <ac:chgData name="Marion Lacroix" userId="9df64882-6113-4c49-9d2b-3e68714ee988" providerId="ADAL" clId="{CA404167-434F-4B68-B172-C163EDDB701A}" dt="2025-11-26T16:36:25.754" v="1922" actId="478"/>
          <ac:picMkLst>
            <pc:docMk/>
            <pc:sldMk cId="2044932368" sldId="806"/>
            <ac:picMk id="24" creationId="{E679F054-6018-4CF0-94F1-33ED5BC5319E}"/>
          </ac:picMkLst>
        </pc:picChg>
        <pc:picChg chg="del">
          <ac:chgData name="Marion Lacroix" userId="9df64882-6113-4c49-9d2b-3e68714ee988" providerId="ADAL" clId="{CA404167-434F-4B68-B172-C163EDDB701A}" dt="2025-11-26T16:36:31.410" v="1925" actId="478"/>
          <ac:picMkLst>
            <pc:docMk/>
            <pc:sldMk cId="2044932368" sldId="806"/>
            <ac:picMk id="26" creationId="{BA94DC30-A1A6-461F-8B50-096B6AC8ABCC}"/>
          </ac:picMkLst>
        </pc:picChg>
        <pc:picChg chg="del">
          <ac:chgData name="Marion Lacroix" userId="9df64882-6113-4c49-9d2b-3e68714ee988" providerId="ADAL" clId="{CA404167-434F-4B68-B172-C163EDDB701A}" dt="2025-11-26T16:36:30.961" v="1924" actId="478"/>
          <ac:picMkLst>
            <pc:docMk/>
            <pc:sldMk cId="2044932368" sldId="806"/>
            <ac:picMk id="30" creationId="{281FB2F7-B50F-4180-8557-FDA8B89F6B13}"/>
          </ac:picMkLst>
        </pc:picChg>
      </pc:sldChg>
      <pc:sldChg chg="addSp delSp modSp add mod">
        <pc:chgData name="Marion Lacroix" userId="9df64882-6113-4c49-9d2b-3e68714ee988" providerId="ADAL" clId="{CA404167-434F-4B68-B172-C163EDDB701A}" dt="2025-11-26T17:03:08.779" v="2944" actId="242"/>
        <pc:sldMkLst>
          <pc:docMk/>
          <pc:sldMk cId="2109734193" sldId="807"/>
        </pc:sldMkLst>
        <pc:spChg chg="mod">
          <ac:chgData name="Marion Lacroix" userId="9df64882-6113-4c49-9d2b-3e68714ee988" providerId="ADAL" clId="{CA404167-434F-4B68-B172-C163EDDB701A}" dt="2025-11-26T16:45:06.702" v="2430" actId="20577"/>
          <ac:spMkLst>
            <pc:docMk/>
            <pc:sldMk cId="2109734193" sldId="807"/>
            <ac:spMk id="2" creationId="{D2914144-4E5E-4757-976A-35690A828941}"/>
          </ac:spMkLst>
        </pc:spChg>
        <pc:spChg chg="del">
          <ac:chgData name="Marion Lacroix" userId="9df64882-6113-4c49-9d2b-3e68714ee988" providerId="ADAL" clId="{CA404167-434F-4B68-B172-C163EDDB701A}" dt="2025-11-26T17:02:57.017" v="2939" actId="478"/>
          <ac:spMkLst>
            <pc:docMk/>
            <pc:sldMk cId="2109734193" sldId="807"/>
            <ac:spMk id="7" creationId="{D22C358C-4935-4559-B735-F277F10172A5}"/>
          </ac:spMkLst>
        </pc:spChg>
        <pc:spChg chg="add mod">
          <ac:chgData name="Marion Lacroix" userId="9df64882-6113-4c49-9d2b-3e68714ee988" providerId="ADAL" clId="{CA404167-434F-4B68-B172-C163EDDB701A}" dt="2025-11-26T17:03:08.779" v="2944" actId="242"/>
          <ac:spMkLst>
            <pc:docMk/>
            <pc:sldMk cId="2109734193" sldId="807"/>
            <ac:spMk id="12" creationId="{F8D837F3-E7C2-4C5C-A806-89620E065342}"/>
          </ac:spMkLst>
        </pc:spChg>
        <pc:spChg chg="del">
          <ac:chgData name="Marion Lacroix" userId="9df64882-6113-4c49-9d2b-3e68714ee988" providerId="ADAL" clId="{CA404167-434F-4B68-B172-C163EDDB701A}" dt="2025-11-26T17:03:01.147" v="2940" actId="478"/>
          <ac:spMkLst>
            <pc:docMk/>
            <pc:sldMk cId="2109734193" sldId="807"/>
            <ac:spMk id="13" creationId="{146FD404-BF76-4E78-875E-7E06D0BAFB5C}"/>
          </ac:spMkLst>
        </pc:spChg>
        <pc:spChg chg="mod">
          <ac:chgData name="Marion Lacroix" userId="9df64882-6113-4c49-9d2b-3e68714ee988" providerId="ADAL" clId="{CA404167-434F-4B68-B172-C163EDDB701A}" dt="2025-11-26T16:55:50.914" v="2833" actId="113"/>
          <ac:spMkLst>
            <pc:docMk/>
            <pc:sldMk cId="2109734193" sldId="807"/>
            <ac:spMk id="29" creationId="{3C75DE51-7AF8-424F-A9A0-2F6560CEC849}"/>
          </ac:spMkLst>
        </pc:spChg>
        <pc:picChg chg="add mod">
          <ac:chgData name="Marion Lacroix" userId="9df64882-6113-4c49-9d2b-3e68714ee988" providerId="ADAL" clId="{CA404167-434F-4B68-B172-C163EDDB701A}" dt="2025-11-26T16:49:17.362" v="2796" actId="1076"/>
          <ac:picMkLst>
            <pc:docMk/>
            <pc:sldMk cId="2109734193" sldId="807"/>
            <ac:picMk id="4" creationId="{8131D793-DEF1-4BDE-9570-0449B733F62C}"/>
          </ac:picMkLst>
        </pc:picChg>
      </pc:sldChg>
      <pc:sldChg chg="add del">
        <pc:chgData name="Marion Lacroix" userId="9df64882-6113-4c49-9d2b-3e68714ee988" providerId="ADAL" clId="{CA404167-434F-4B68-B172-C163EDDB701A}" dt="2025-11-26T16:57:20.562" v="2892" actId="47"/>
        <pc:sldMkLst>
          <pc:docMk/>
          <pc:sldMk cId="1871225115" sldId="808"/>
        </pc:sldMkLst>
      </pc:sldChg>
      <pc:sldChg chg="addSp delSp modSp add mod">
        <pc:chgData name="Marion Lacroix" userId="9df64882-6113-4c49-9d2b-3e68714ee988" providerId="ADAL" clId="{CA404167-434F-4B68-B172-C163EDDB701A}" dt="2025-11-26T17:03:23.051" v="2951" actId="255"/>
        <pc:sldMkLst>
          <pc:docMk/>
          <pc:sldMk cId="2615507149" sldId="809"/>
        </pc:sldMkLst>
        <pc:spChg chg="mod">
          <ac:chgData name="Marion Lacroix" userId="9df64882-6113-4c49-9d2b-3e68714ee988" providerId="ADAL" clId="{CA404167-434F-4B68-B172-C163EDDB701A}" dt="2025-11-26T16:56:49.646" v="2861" actId="20577"/>
          <ac:spMkLst>
            <pc:docMk/>
            <pc:sldMk cId="2615507149" sldId="809"/>
            <ac:spMk id="2" creationId="{D2914144-4E5E-4757-976A-35690A828941}"/>
          </ac:spMkLst>
        </pc:spChg>
        <pc:spChg chg="del">
          <ac:chgData name="Marion Lacroix" userId="9df64882-6113-4c49-9d2b-3e68714ee988" providerId="ADAL" clId="{CA404167-434F-4B68-B172-C163EDDB701A}" dt="2025-11-26T17:03:12.772" v="2945" actId="478"/>
          <ac:spMkLst>
            <pc:docMk/>
            <pc:sldMk cId="2615507149" sldId="809"/>
            <ac:spMk id="5" creationId="{9DAC107D-6922-4AC4-A0A7-3EAAD35A8171}"/>
          </ac:spMkLst>
        </pc:spChg>
        <pc:spChg chg="del">
          <ac:chgData name="Marion Lacroix" userId="9df64882-6113-4c49-9d2b-3e68714ee988" providerId="ADAL" clId="{CA404167-434F-4B68-B172-C163EDDB701A}" dt="2025-11-26T17:03:16.251" v="2946" actId="478"/>
          <ac:spMkLst>
            <pc:docMk/>
            <pc:sldMk cId="2615507149" sldId="809"/>
            <ac:spMk id="13" creationId="{146FD404-BF76-4E78-875E-7E06D0BAFB5C}"/>
          </ac:spMkLst>
        </pc:spChg>
        <pc:spChg chg="add mod">
          <ac:chgData name="Marion Lacroix" userId="9df64882-6113-4c49-9d2b-3e68714ee988" providerId="ADAL" clId="{CA404167-434F-4B68-B172-C163EDDB701A}" dt="2025-11-26T17:03:23.051" v="2951" actId="255"/>
          <ac:spMkLst>
            <pc:docMk/>
            <pc:sldMk cId="2615507149" sldId="809"/>
            <ac:spMk id="15" creationId="{768830BE-D086-40BB-BBD2-91032E1F9694}"/>
          </ac:spMkLst>
        </pc:spChg>
        <pc:spChg chg="mod">
          <ac:chgData name="Marion Lacroix" userId="9df64882-6113-4c49-9d2b-3e68714ee988" providerId="ADAL" clId="{CA404167-434F-4B68-B172-C163EDDB701A}" dt="2025-11-26T16:57:15.586" v="2891" actId="1076"/>
          <ac:spMkLst>
            <pc:docMk/>
            <pc:sldMk cId="2615507149" sldId="809"/>
            <ac:spMk id="29" creationId="{3C75DE51-7AF8-424F-A9A0-2F6560CEC849}"/>
          </ac:spMkLst>
        </pc:spChg>
        <pc:picChg chg="del">
          <ac:chgData name="Marion Lacroix" userId="9df64882-6113-4c49-9d2b-3e68714ee988" providerId="ADAL" clId="{CA404167-434F-4B68-B172-C163EDDB701A}" dt="2025-11-26T16:57:28.968" v="2893" actId="478"/>
          <ac:picMkLst>
            <pc:docMk/>
            <pc:sldMk cId="2615507149" sldId="809"/>
            <ac:picMk id="4" creationId="{8131D793-DEF1-4BDE-9570-0449B733F62C}"/>
          </ac:picMkLst>
        </pc:picChg>
        <pc:picChg chg="add mod">
          <ac:chgData name="Marion Lacroix" userId="9df64882-6113-4c49-9d2b-3e68714ee988" providerId="ADAL" clId="{CA404167-434F-4B68-B172-C163EDDB701A}" dt="2025-11-26T16:57:32.827" v="2895" actId="1076"/>
          <ac:picMkLst>
            <pc:docMk/>
            <pc:sldMk cId="2615507149" sldId="809"/>
            <ac:picMk id="9" creationId="{96CA69F8-2BC7-4486-B3C6-8A40221B9316}"/>
          </ac:picMkLst>
        </pc:picChg>
        <pc:picChg chg="add mod">
          <ac:chgData name="Marion Lacroix" userId="9df64882-6113-4c49-9d2b-3e68714ee988" providerId="ADAL" clId="{CA404167-434F-4B68-B172-C163EDDB701A}" dt="2025-11-26T16:57:32.827" v="2895" actId="1076"/>
          <ac:picMkLst>
            <pc:docMk/>
            <pc:sldMk cId="2615507149" sldId="809"/>
            <ac:picMk id="10" creationId="{76F63AB1-FA0F-4713-9B21-5F0A027382DB}"/>
          </ac:picMkLst>
        </pc:picChg>
      </pc:sldChg>
      <pc:sldMasterChg chg="delSldLayout">
        <pc:chgData name="Marion Lacroix" userId="9df64882-6113-4c49-9d2b-3e68714ee988" providerId="ADAL" clId="{CA404167-434F-4B68-B172-C163EDDB701A}" dt="2025-11-26T16:28:56.173" v="1827" actId="47"/>
        <pc:sldMasterMkLst>
          <pc:docMk/>
          <pc:sldMasterMk cId="78825995" sldId="2147483742"/>
        </pc:sldMasterMkLst>
        <pc:sldLayoutChg chg="del">
          <pc:chgData name="Marion Lacroix" userId="9df64882-6113-4c49-9d2b-3e68714ee988" providerId="ADAL" clId="{CA404167-434F-4B68-B172-C163EDDB701A}" dt="2025-11-26T16:28:56.173" v="1827" actId="47"/>
          <pc:sldLayoutMkLst>
            <pc:docMk/>
            <pc:sldMasterMk cId="78825995" sldId="2147483742"/>
            <pc:sldLayoutMk cId="3065515380" sldId="2147483761"/>
          </pc:sldLayoutMkLst>
        </pc:sldLayoutChg>
      </pc:sldMasterChg>
    </pc:docChg>
  </pc:docChgLst>
  <pc:docChgLst>
    <pc:chgData name="Marion Lacroix" userId="9df64882-6113-4c49-9d2b-3e68714ee988" providerId="ADAL" clId="{0F5C530E-7F44-43FA-A114-418004AF991A}"/>
    <pc:docChg chg="undo redo custSel addSld delSld modSld sldOrd">
      <pc:chgData name="Marion Lacroix" userId="9df64882-6113-4c49-9d2b-3e68714ee988" providerId="ADAL" clId="{0F5C530E-7F44-43FA-A114-418004AF991A}" dt="2025-11-13T18:48:52.543" v="320" actId="47"/>
      <pc:docMkLst>
        <pc:docMk/>
      </pc:docMkLst>
      <pc:sldChg chg="addSp delSp modSp add mod">
        <pc:chgData name="Marion Lacroix" userId="9df64882-6113-4c49-9d2b-3e68714ee988" providerId="ADAL" clId="{0F5C530E-7F44-43FA-A114-418004AF991A}" dt="2025-11-13T18:45:44.931" v="293" actId="207"/>
        <pc:sldMkLst>
          <pc:docMk/>
          <pc:sldMk cId="1514211713" sldId="504"/>
        </pc:sldMkLst>
        <pc:spChg chg="mod">
          <ac:chgData name="Marion Lacroix" userId="9df64882-6113-4c49-9d2b-3e68714ee988" providerId="ADAL" clId="{0F5C530E-7F44-43FA-A114-418004AF991A}" dt="2025-11-13T09:35:01.363" v="77" actId="1076"/>
          <ac:spMkLst>
            <pc:docMk/>
            <pc:sldMk cId="1514211713" sldId="504"/>
            <ac:spMk id="5" creationId="{A0008525-092B-97F0-719E-F2B4ACA7B1EE}"/>
          </ac:spMkLst>
        </pc:spChg>
        <pc:spChg chg="mod">
          <ac:chgData name="Marion Lacroix" userId="9df64882-6113-4c49-9d2b-3e68714ee988" providerId="ADAL" clId="{0F5C530E-7F44-43FA-A114-418004AF991A}" dt="2025-11-13T18:43:23.822" v="214" actId="120"/>
          <ac:spMkLst>
            <pc:docMk/>
            <pc:sldMk cId="1514211713" sldId="504"/>
            <ac:spMk id="9" creationId="{649CAF71-85BB-E46B-C9EF-3972E4D631E0}"/>
          </ac:spMkLst>
        </pc:spChg>
        <pc:spChg chg="mod">
          <ac:chgData name="Marion Lacroix" userId="9df64882-6113-4c49-9d2b-3e68714ee988" providerId="ADAL" clId="{0F5C530E-7F44-43FA-A114-418004AF991A}" dt="2025-11-13T18:45:44.931" v="293" actId="207"/>
          <ac:spMkLst>
            <pc:docMk/>
            <pc:sldMk cId="1514211713" sldId="504"/>
            <ac:spMk id="10" creationId="{F1DCB85A-A34F-4AAE-85E5-400DFC79239D}"/>
          </ac:spMkLst>
        </pc:spChg>
        <pc:picChg chg="add del mod">
          <ac:chgData name="Marion Lacroix" userId="9df64882-6113-4c49-9d2b-3e68714ee988" providerId="ADAL" clId="{0F5C530E-7F44-43FA-A114-418004AF991A}" dt="2025-11-13T18:42:39.568" v="196" actId="478"/>
          <ac:picMkLst>
            <pc:docMk/>
            <pc:sldMk cId="1514211713" sldId="504"/>
            <ac:picMk id="4" creationId="{12A5C0A4-2658-487C-8162-D4ED5A480A86}"/>
          </ac:picMkLst>
        </pc:picChg>
        <pc:picChg chg="del">
          <ac:chgData name="Marion Lacroix" userId="9df64882-6113-4c49-9d2b-3e68714ee988" providerId="ADAL" clId="{0F5C530E-7F44-43FA-A114-418004AF991A}" dt="2025-11-13T18:34:08.354" v="120" actId="478"/>
          <ac:picMkLst>
            <pc:docMk/>
            <pc:sldMk cId="1514211713" sldId="504"/>
            <ac:picMk id="7" creationId="{CBAAAC15-0E7D-4580-BAEB-7D4C6F48DC6F}"/>
          </ac:picMkLst>
        </pc:picChg>
        <pc:picChg chg="add mod">
          <ac:chgData name="Marion Lacroix" userId="9df64882-6113-4c49-9d2b-3e68714ee988" providerId="ADAL" clId="{0F5C530E-7F44-43FA-A114-418004AF991A}" dt="2025-11-13T09:34:55.671" v="76" actId="2085"/>
          <ac:picMkLst>
            <pc:docMk/>
            <pc:sldMk cId="1514211713" sldId="504"/>
            <ac:picMk id="8" creationId="{003ECD8A-FFB7-44F8-A6A6-4811D6D8E63C}"/>
          </ac:picMkLst>
        </pc:picChg>
        <pc:picChg chg="add mod">
          <ac:chgData name="Marion Lacroix" userId="9df64882-6113-4c49-9d2b-3e68714ee988" providerId="ADAL" clId="{0F5C530E-7F44-43FA-A114-418004AF991A}" dt="2025-11-13T18:43:27.848" v="215" actId="1076"/>
          <ac:picMkLst>
            <pc:docMk/>
            <pc:sldMk cId="1514211713" sldId="504"/>
            <ac:picMk id="11" creationId="{FA3E84CF-23C6-4986-B9E8-9952BC28BC01}"/>
          </ac:picMkLst>
        </pc:picChg>
      </pc:sldChg>
      <pc:sldChg chg="addSp delSp modSp del mod">
        <pc:chgData name="Marion Lacroix" userId="9df64882-6113-4c49-9d2b-3e68714ee988" providerId="ADAL" clId="{0F5C530E-7F44-43FA-A114-418004AF991A}" dt="2025-11-13T18:34:30.531" v="123" actId="47"/>
        <pc:sldMkLst>
          <pc:docMk/>
          <pc:sldMk cId="3495011651" sldId="730"/>
        </pc:sldMkLst>
        <pc:spChg chg="add del mod">
          <ac:chgData name="Marion Lacroix" userId="9df64882-6113-4c49-9d2b-3e68714ee988" providerId="ADAL" clId="{0F5C530E-7F44-43FA-A114-418004AF991A}" dt="2025-11-13T18:32:29.199" v="100"/>
          <ac:spMkLst>
            <pc:docMk/>
            <pc:sldMk cId="3495011651" sldId="730"/>
            <ac:spMk id="10" creationId="{14B98C6C-331F-4963-9D41-3CA8307292B8}"/>
          </ac:spMkLst>
        </pc:spChg>
        <pc:spChg chg="del mod">
          <ac:chgData name="Marion Lacroix" userId="9df64882-6113-4c49-9d2b-3e68714ee988" providerId="ADAL" clId="{0F5C530E-7F44-43FA-A114-418004AF991A}" dt="2025-11-13T18:32:21.672" v="98" actId="478"/>
          <ac:spMkLst>
            <pc:docMk/>
            <pc:sldMk cId="3495011651" sldId="730"/>
            <ac:spMk id="11" creationId="{44054F84-C37C-4978-8F6D-455DD1B817A8}"/>
          </ac:spMkLst>
        </pc:spChg>
        <pc:spChg chg="add del mod">
          <ac:chgData name="Marion Lacroix" userId="9df64882-6113-4c49-9d2b-3e68714ee988" providerId="ADAL" clId="{0F5C530E-7F44-43FA-A114-418004AF991A}" dt="2025-11-13T18:32:29.199" v="100"/>
          <ac:spMkLst>
            <pc:docMk/>
            <pc:sldMk cId="3495011651" sldId="730"/>
            <ac:spMk id="13" creationId="{1A326530-A722-4B46-A080-6A92CDB8F41E}"/>
          </ac:spMkLst>
        </pc:spChg>
        <pc:spChg chg="add del mod">
          <ac:chgData name="Marion Lacroix" userId="9df64882-6113-4c49-9d2b-3e68714ee988" providerId="ADAL" clId="{0F5C530E-7F44-43FA-A114-418004AF991A}" dt="2025-11-13T18:32:29.199" v="100"/>
          <ac:spMkLst>
            <pc:docMk/>
            <pc:sldMk cId="3495011651" sldId="730"/>
            <ac:spMk id="14" creationId="{86AC17DE-388A-4FC7-8A17-0D11FDC01CC9}"/>
          </ac:spMkLst>
        </pc:spChg>
      </pc:sldChg>
      <pc:sldChg chg="delSp modSp del mod">
        <pc:chgData name="Marion Lacroix" userId="9df64882-6113-4c49-9d2b-3e68714ee988" providerId="ADAL" clId="{0F5C530E-7F44-43FA-A114-418004AF991A}" dt="2025-11-13T09:34:20.637" v="74" actId="47"/>
        <pc:sldMkLst>
          <pc:docMk/>
          <pc:sldMk cId="2897004409" sldId="732"/>
        </pc:sldMkLst>
        <pc:spChg chg="mod">
          <ac:chgData name="Marion Lacroix" userId="9df64882-6113-4c49-9d2b-3e68714ee988" providerId="ADAL" clId="{0F5C530E-7F44-43FA-A114-418004AF991A}" dt="2025-11-13T09:28:11.806" v="48" actId="20577"/>
          <ac:spMkLst>
            <pc:docMk/>
            <pc:sldMk cId="2897004409" sldId="732"/>
            <ac:spMk id="6" creationId="{00000000-0000-0000-0000-000000000000}"/>
          </ac:spMkLst>
        </pc:spChg>
        <pc:picChg chg="mod modCrop">
          <ac:chgData name="Marion Lacroix" userId="9df64882-6113-4c49-9d2b-3e68714ee988" providerId="ADAL" clId="{0F5C530E-7F44-43FA-A114-418004AF991A}" dt="2025-11-13T09:28:51.559" v="51" actId="732"/>
          <ac:picMkLst>
            <pc:docMk/>
            <pc:sldMk cId="2897004409" sldId="732"/>
            <ac:picMk id="7" creationId="{AF4B4D34-3332-4206-9757-BB8A2646C209}"/>
          </ac:picMkLst>
        </pc:picChg>
        <pc:picChg chg="del">
          <ac:chgData name="Marion Lacroix" userId="9df64882-6113-4c49-9d2b-3e68714ee988" providerId="ADAL" clId="{0F5C530E-7F44-43FA-A114-418004AF991A}" dt="2025-11-13T09:34:18.664" v="73" actId="478"/>
          <ac:picMkLst>
            <pc:docMk/>
            <pc:sldMk cId="2897004409" sldId="732"/>
            <ac:picMk id="9" creationId="{39B30E16-0A21-4825-A5BC-1B8BCAF83F24}"/>
          </ac:picMkLst>
        </pc:picChg>
      </pc:sldChg>
      <pc:sldChg chg="del">
        <pc:chgData name="Marion Lacroix" userId="9df64882-6113-4c49-9d2b-3e68714ee988" providerId="ADAL" clId="{0F5C530E-7F44-43FA-A114-418004AF991A}" dt="2025-11-13T18:48:52.543" v="320" actId="47"/>
        <pc:sldMkLst>
          <pc:docMk/>
          <pc:sldMk cId="3492770028" sldId="752"/>
        </pc:sldMkLst>
      </pc:sldChg>
      <pc:sldChg chg="addSp delSp modSp mod ord">
        <pc:chgData name="Marion Lacroix" userId="9df64882-6113-4c49-9d2b-3e68714ee988" providerId="ADAL" clId="{0F5C530E-7F44-43FA-A114-418004AF991A}" dt="2025-11-13T18:45:39.266" v="292" actId="207"/>
        <pc:sldMkLst>
          <pc:docMk/>
          <pc:sldMk cId="32848523" sldId="761"/>
        </pc:sldMkLst>
        <pc:spChg chg="mod">
          <ac:chgData name="Marion Lacroix" userId="9df64882-6113-4c49-9d2b-3e68714ee988" providerId="ADAL" clId="{0F5C530E-7F44-43FA-A114-418004AF991A}" dt="2025-11-13T18:45:39.266" v="292" actId="207"/>
          <ac:spMkLst>
            <pc:docMk/>
            <pc:sldMk cId="32848523" sldId="761"/>
            <ac:spMk id="9" creationId="{BEFE395B-DB4E-4519-807C-CB8B92945B67}"/>
          </ac:spMkLst>
        </pc:spChg>
        <pc:spChg chg="del">
          <ac:chgData name="Marion Lacroix" userId="9df64882-6113-4c49-9d2b-3e68714ee988" providerId="ADAL" clId="{0F5C530E-7F44-43FA-A114-418004AF991A}" dt="2025-11-13T18:35:22.260" v="128" actId="478"/>
          <ac:spMkLst>
            <pc:docMk/>
            <pc:sldMk cId="32848523" sldId="761"/>
            <ac:spMk id="10" creationId="{EF5CDFBA-28C7-4803-A3C1-549F88EA3EF8}"/>
          </ac:spMkLst>
        </pc:spChg>
        <pc:spChg chg="add mod">
          <ac:chgData name="Marion Lacroix" userId="9df64882-6113-4c49-9d2b-3e68714ee988" providerId="ADAL" clId="{0F5C530E-7F44-43FA-A114-418004AF991A}" dt="2025-11-13T18:35:15.808" v="127"/>
          <ac:spMkLst>
            <pc:docMk/>
            <pc:sldMk cId="32848523" sldId="761"/>
            <ac:spMk id="12" creationId="{444D8B87-0A17-4C00-ABA3-5BB055CD4FB9}"/>
          </ac:spMkLst>
        </pc:spChg>
      </pc:sldChg>
      <pc:sldChg chg="addSp delSp modSp mod">
        <pc:chgData name="Marion Lacroix" userId="9df64882-6113-4c49-9d2b-3e68714ee988" providerId="ADAL" clId="{0F5C530E-7F44-43FA-A114-418004AF991A}" dt="2025-11-13T18:31:16.317" v="96"/>
        <pc:sldMkLst>
          <pc:docMk/>
          <pc:sldMk cId="2150675422" sldId="772"/>
        </pc:sldMkLst>
        <pc:spChg chg="mod">
          <ac:chgData name="Marion Lacroix" userId="9df64882-6113-4c49-9d2b-3e68714ee988" providerId="ADAL" clId="{0F5C530E-7F44-43FA-A114-418004AF991A}" dt="2025-11-13T18:30:29.254" v="84" actId="2711"/>
          <ac:spMkLst>
            <pc:docMk/>
            <pc:sldMk cId="2150675422" sldId="772"/>
            <ac:spMk id="5" creationId="{852BE78D-901C-F949-EE09-515CE0A4DF96}"/>
          </ac:spMkLst>
        </pc:spChg>
        <pc:spChg chg="mod">
          <ac:chgData name="Marion Lacroix" userId="9df64882-6113-4c49-9d2b-3e68714ee988" providerId="ADAL" clId="{0F5C530E-7F44-43FA-A114-418004AF991A}" dt="2025-11-13T18:30:50.274" v="95" actId="1076"/>
          <ac:spMkLst>
            <pc:docMk/>
            <pc:sldMk cId="2150675422" sldId="772"/>
            <ac:spMk id="9" creationId="{BEFE395B-DB4E-4519-807C-CB8B92945B67}"/>
          </ac:spMkLst>
        </pc:spChg>
        <pc:spChg chg="del">
          <ac:chgData name="Marion Lacroix" userId="9df64882-6113-4c49-9d2b-3e68714ee988" providerId="ADAL" clId="{0F5C530E-7F44-43FA-A114-418004AF991A}" dt="2025-11-13T09:29:50.423" v="53" actId="478"/>
          <ac:spMkLst>
            <pc:docMk/>
            <pc:sldMk cId="2150675422" sldId="772"/>
            <ac:spMk id="13" creationId="{AA840A36-3F2C-4339-A967-4630CD589576}"/>
          </ac:spMkLst>
        </pc:spChg>
        <pc:spChg chg="add mod">
          <ac:chgData name="Marion Lacroix" userId="9df64882-6113-4c49-9d2b-3e68714ee988" providerId="ADAL" clId="{0F5C530E-7F44-43FA-A114-418004AF991A}" dt="2025-11-13T18:31:16.317" v="96"/>
          <ac:spMkLst>
            <pc:docMk/>
            <pc:sldMk cId="2150675422" sldId="772"/>
            <ac:spMk id="19" creationId="{AB076570-CFEA-4AB6-9899-F591311F560D}"/>
          </ac:spMkLst>
        </pc:spChg>
      </pc:sldChg>
      <pc:sldChg chg="modSp add del mod">
        <pc:chgData name="Marion Lacroix" userId="9df64882-6113-4c49-9d2b-3e68714ee988" providerId="ADAL" clId="{0F5C530E-7F44-43FA-A114-418004AF991A}" dt="2025-11-13T18:32:53.963" v="105" actId="47"/>
        <pc:sldMkLst>
          <pc:docMk/>
          <pc:sldMk cId="2449775682" sldId="773"/>
        </pc:sldMkLst>
        <pc:spChg chg="mod">
          <ac:chgData name="Marion Lacroix" userId="9df64882-6113-4c49-9d2b-3e68714ee988" providerId="ADAL" clId="{0F5C530E-7F44-43FA-A114-418004AF991A}" dt="2025-11-13T09:35:17.907" v="79" actId="1076"/>
          <ac:spMkLst>
            <pc:docMk/>
            <pc:sldMk cId="2449775682" sldId="773"/>
            <ac:spMk id="5" creationId="{12868900-EE89-4C19-A528-550BE7659973}"/>
          </ac:spMkLst>
        </pc:spChg>
      </pc:sldChg>
      <pc:sldChg chg="del">
        <pc:chgData name="Marion Lacroix" userId="9df64882-6113-4c49-9d2b-3e68714ee988" providerId="ADAL" clId="{0F5C530E-7F44-43FA-A114-418004AF991A}" dt="2025-11-13T18:43:44.945" v="216" actId="47"/>
        <pc:sldMkLst>
          <pc:docMk/>
          <pc:sldMk cId="1635435914" sldId="774"/>
        </pc:sldMkLst>
      </pc:sldChg>
      <pc:sldChg chg="addSp modSp add mod ord">
        <pc:chgData name="Marion Lacroix" userId="9df64882-6113-4c49-9d2b-3e68714ee988" providerId="ADAL" clId="{0F5C530E-7F44-43FA-A114-418004AF991A}" dt="2025-11-13T18:30:14.757" v="83" actId="20577"/>
        <pc:sldMkLst>
          <pc:docMk/>
          <pc:sldMk cId="3601713197" sldId="778"/>
        </pc:sldMkLst>
        <pc:spChg chg="mod">
          <ac:chgData name="Marion Lacroix" userId="9df64882-6113-4c49-9d2b-3e68714ee988" providerId="ADAL" clId="{0F5C530E-7F44-43FA-A114-418004AF991A}" dt="2025-11-13T09:32:49.340" v="58" actId="12789"/>
          <ac:spMkLst>
            <pc:docMk/>
            <pc:sldMk cId="3601713197" sldId="778"/>
            <ac:spMk id="2" creationId="{8A31229A-73AF-40B9-BDC6-362330BDF2D9}"/>
          </ac:spMkLst>
        </pc:spChg>
        <pc:spChg chg="mod">
          <ac:chgData name="Marion Lacroix" userId="9df64882-6113-4c49-9d2b-3e68714ee988" providerId="ADAL" clId="{0F5C530E-7F44-43FA-A114-418004AF991A}" dt="2025-11-13T09:33:52.357" v="69" actId="1076"/>
          <ac:spMkLst>
            <pc:docMk/>
            <pc:sldMk cId="3601713197" sldId="778"/>
            <ac:spMk id="3" creationId="{2A1BE3EA-BC1C-4F4B-BEBE-F790BF497879}"/>
          </ac:spMkLst>
        </pc:spChg>
        <pc:spChg chg="mod">
          <ac:chgData name="Marion Lacroix" userId="9df64882-6113-4c49-9d2b-3e68714ee988" providerId="ADAL" clId="{0F5C530E-7F44-43FA-A114-418004AF991A}" dt="2025-11-13T18:30:14.757" v="83" actId="20577"/>
          <ac:spMkLst>
            <pc:docMk/>
            <pc:sldMk cId="3601713197" sldId="778"/>
            <ac:spMk id="6" creationId="{00000000-0000-0000-0000-000000000000}"/>
          </ac:spMkLst>
        </pc:spChg>
        <pc:spChg chg="mod">
          <ac:chgData name="Marion Lacroix" userId="9df64882-6113-4c49-9d2b-3e68714ee988" providerId="ADAL" clId="{0F5C530E-7F44-43FA-A114-418004AF991A}" dt="2025-11-13T09:32:49.340" v="58" actId="12789"/>
          <ac:spMkLst>
            <pc:docMk/>
            <pc:sldMk cId="3601713197" sldId="778"/>
            <ac:spMk id="11" creationId="{B82313C9-D5BF-4E03-9936-9A509F430E5A}"/>
          </ac:spMkLst>
        </pc:spChg>
        <pc:spChg chg="mod">
          <ac:chgData name="Marion Lacroix" userId="9df64882-6113-4c49-9d2b-3e68714ee988" providerId="ADAL" clId="{0F5C530E-7F44-43FA-A114-418004AF991A}" dt="2025-11-13T09:32:49.340" v="58" actId="12789"/>
          <ac:spMkLst>
            <pc:docMk/>
            <pc:sldMk cId="3601713197" sldId="778"/>
            <ac:spMk id="17" creationId="{7FA9FD43-0EA4-4063-8C97-F0E6FE8C5FA3}"/>
          </ac:spMkLst>
        </pc:spChg>
        <pc:grpChg chg="add mod">
          <ac:chgData name="Marion Lacroix" userId="9df64882-6113-4c49-9d2b-3e68714ee988" providerId="ADAL" clId="{0F5C530E-7F44-43FA-A114-418004AF991A}" dt="2025-11-13T18:30:12.914" v="82" actId="1076"/>
          <ac:grpSpMkLst>
            <pc:docMk/>
            <pc:sldMk cId="3601713197" sldId="778"/>
            <ac:grpSpMk id="9" creationId="{EF014D96-B770-437F-8E9D-C6248933CB3E}"/>
          </ac:grpSpMkLst>
        </pc:grpChg>
        <pc:picChg chg="mod">
          <ac:chgData name="Marion Lacroix" userId="9df64882-6113-4c49-9d2b-3e68714ee988" providerId="ADAL" clId="{0F5C530E-7F44-43FA-A114-418004AF991A}" dt="2025-11-13T09:33:00.413" v="59" actId="164"/>
          <ac:picMkLst>
            <pc:docMk/>
            <pc:sldMk cId="3601713197" sldId="778"/>
            <ac:picMk id="12" creationId="{CB131529-0D4F-4171-9917-E2B6F9BD3EDE}"/>
          </ac:picMkLst>
        </pc:picChg>
        <pc:picChg chg="mod">
          <ac:chgData name="Marion Lacroix" userId="9df64882-6113-4c49-9d2b-3e68714ee988" providerId="ADAL" clId="{0F5C530E-7F44-43FA-A114-418004AF991A}" dt="2025-11-13T09:33:00.413" v="59" actId="164"/>
          <ac:picMkLst>
            <pc:docMk/>
            <pc:sldMk cId="3601713197" sldId="778"/>
            <ac:picMk id="13" creationId="{BD3A6AC6-9EC3-4B4C-8BCC-0CDF0B526C8F}"/>
          </ac:picMkLst>
        </pc:picChg>
        <pc:picChg chg="mod">
          <ac:chgData name="Marion Lacroix" userId="9df64882-6113-4c49-9d2b-3e68714ee988" providerId="ADAL" clId="{0F5C530E-7F44-43FA-A114-418004AF991A}" dt="2025-11-13T09:33:00.413" v="59" actId="164"/>
          <ac:picMkLst>
            <pc:docMk/>
            <pc:sldMk cId="3601713197" sldId="778"/>
            <ac:picMk id="14" creationId="{E9AF8D38-FAC6-4321-ACD7-16F536668A76}"/>
          </ac:picMkLst>
        </pc:picChg>
        <pc:picChg chg="mod">
          <ac:chgData name="Marion Lacroix" userId="9df64882-6113-4c49-9d2b-3e68714ee988" providerId="ADAL" clId="{0F5C530E-7F44-43FA-A114-418004AF991A}" dt="2025-11-13T09:33:00.413" v="59" actId="164"/>
          <ac:picMkLst>
            <pc:docMk/>
            <pc:sldMk cId="3601713197" sldId="778"/>
            <ac:picMk id="15" creationId="{6C5BBA72-1878-453A-B073-EF55F2AA4B75}"/>
          </ac:picMkLst>
        </pc:picChg>
        <pc:picChg chg="mod">
          <ac:chgData name="Marion Lacroix" userId="9df64882-6113-4c49-9d2b-3e68714ee988" providerId="ADAL" clId="{0F5C530E-7F44-43FA-A114-418004AF991A}" dt="2025-11-13T09:33:00.413" v="59" actId="164"/>
          <ac:picMkLst>
            <pc:docMk/>
            <pc:sldMk cId="3601713197" sldId="778"/>
            <ac:picMk id="18" creationId="{85455156-CA8E-44FF-88AF-0243B8E80CEB}"/>
          </ac:picMkLst>
        </pc:picChg>
      </pc:sldChg>
      <pc:sldChg chg="addSp delSp modSp add mod">
        <pc:chgData name="Marion Lacroix" userId="9df64882-6113-4c49-9d2b-3e68714ee988" providerId="ADAL" clId="{0F5C530E-7F44-43FA-A114-418004AF991A}" dt="2025-11-13T18:45:33.652" v="291" actId="207"/>
        <pc:sldMkLst>
          <pc:docMk/>
          <pc:sldMk cId="2402705433" sldId="779"/>
        </pc:sldMkLst>
        <pc:spChg chg="mod">
          <ac:chgData name="Marion Lacroix" userId="9df64882-6113-4c49-9d2b-3e68714ee988" providerId="ADAL" clId="{0F5C530E-7F44-43FA-A114-418004AF991A}" dt="2025-11-13T18:42:09.019" v="190" actId="207"/>
          <ac:spMkLst>
            <pc:docMk/>
            <pc:sldMk cId="2402705433" sldId="779"/>
            <ac:spMk id="9" creationId="{649CAF71-85BB-E46B-C9EF-3972E4D631E0}"/>
          </ac:spMkLst>
        </pc:spChg>
        <pc:spChg chg="mod">
          <ac:chgData name="Marion Lacroix" userId="9df64882-6113-4c49-9d2b-3e68714ee988" providerId="ADAL" clId="{0F5C530E-7F44-43FA-A114-418004AF991A}" dt="2025-11-13T18:45:33.652" v="291" actId="207"/>
          <ac:spMkLst>
            <pc:docMk/>
            <pc:sldMk cId="2402705433" sldId="779"/>
            <ac:spMk id="10" creationId="{F1DCB85A-A34F-4AAE-85E5-400DFC79239D}"/>
          </ac:spMkLst>
        </pc:spChg>
        <pc:spChg chg="add mod">
          <ac:chgData name="Marion Lacroix" userId="9df64882-6113-4c49-9d2b-3e68714ee988" providerId="ADAL" clId="{0F5C530E-7F44-43FA-A114-418004AF991A}" dt="2025-11-13T18:41:51.754" v="187" actId="207"/>
          <ac:spMkLst>
            <pc:docMk/>
            <pc:sldMk cId="2402705433" sldId="779"/>
            <ac:spMk id="11" creationId="{AE38366E-6F7F-48D1-B918-32F18FB671FD}"/>
          </ac:spMkLst>
        </pc:spChg>
        <pc:spChg chg="add mod">
          <ac:chgData name="Marion Lacroix" userId="9df64882-6113-4c49-9d2b-3e68714ee988" providerId="ADAL" clId="{0F5C530E-7F44-43FA-A114-418004AF991A}" dt="2025-11-13T18:41:15.872" v="186" actId="207"/>
          <ac:spMkLst>
            <pc:docMk/>
            <pc:sldMk cId="2402705433" sldId="779"/>
            <ac:spMk id="12" creationId="{7A343B26-57A8-4F6D-91E7-5AB2A7A94FB6}"/>
          </ac:spMkLst>
        </pc:spChg>
        <pc:picChg chg="del">
          <ac:chgData name="Marion Lacroix" userId="9df64882-6113-4c49-9d2b-3e68714ee988" providerId="ADAL" clId="{0F5C530E-7F44-43FA-A114-418004AF991A}" dt="2025-11-13T18:37:27.907" v="143" actId="478"/>
          <ac:picMkLst>
            <pc:docMk/>
            <pc:sldMk cId="2402705433" sldId="779"/>
            <ac:picMk id="4" creationId="{12A5C0A4-2658-487C-8162-D4ED5A480A86}"/>
          </ac:picMkLst>
        </pc:picChg>
        <pc:picChg chg="add del mod">
          <ac:chgData name="Marion Lacroix" userId="9df64882-6113-4c49-9d2b-3e68714ee988" providerId="ADAL" clId="{0F5C530E-7F44-43FA-A114-418004AF991A}" dt="2025-11-13T18:42:36.797" v="195" actId="21"/>
          <ac:picMkLst>
            <pc:docMk/>
            <pc:sldMk cId="2402705433" sldId="779"/>
            <ac:picMk id="13" creationId="{042E119A-EACC-43C5-99A9-533393AA7A26}"/>
          </ac:picMkLst>
        </pc:picChg>
      </pc:sldChg>
      <pc:sldChg chg="modSp add del mod">
        <pc:chgData name="Marion Lacroix" userId="9df64882-6113-4c49-9d2b-3e68714ee988" providerId="ADAL" clId="{0F5C530E-7F44-43FA-A114-418004AF991A}" dt="2025-11-13T18:32:54.883" v="106" actId="47"/>
        <pc:sldMkLst>
          <pc:docMk/>
          <pc:sldMk cId="3027977198" sldId="779"/>
        </pc:sldMkLst>
        <pc:spChg chg="mod">
          <ac:chgData name="Marion Lacroix" userId="9df64882-6113-4c49-9d2b-3e68714ee988" providerId="ADAL" clId="{0F5C530E-7F44-43FA-A114-418004AF991A}" dt="2025-11-13T09:35:12.003" v="78" actId="1076"/>
          <ac:spMkLst>
            <pc:docMk/>
            <pc:sldMk cId="3027977198" sldId="779"/>
            <ac:spMk id="5" creationId="{A0008525-092B-97F0-719E-F2B4ACA7B1EE}"/>
          </ac:spMkLst>
        </pc:spChg>
      </pc:sldChg>
      <pc:sldChg chg="addSp delSp modSp add mod">
        <pc:chgData name="Marion Lacroix" userId="9df64882-6113-4c49-9d2b-3e68714ee988" providerId="ADAL" clId="{0F5C530E-7F44-43FA-A114-418004AF991A}" dt="2025-11-13T18:48:48.834" v="319" actId="207"/>
        <pc:sldMkLst>
          <pc:docMk/>
          <pc:sldMk cId="3542580256" sldId="780"/>
        </pc:sldMkLst>
        <pc:spChg chg="mod">
          <ac:chgData name="Marion Lacroix" userId="9df64882-6113-4c49-9d2b-3e68714ee988" providerId="ADAL" clId="{0F5C530E-7F44-43FA-A114-418004AF991A}" dt="2025-11-13T18:48:27.260" v="318" actId="20577"/>
          <ac:spMkLst>
            <pc:docMk/>
            <pc:sldMk cId="3542580256" sldId="780"/>
            <ac:spMk id="9" creationId="{649CAF71-85BB-E46B-C9EF-3972E4D631E0}"/>
          </ac:spMkLst>
        </pc:spChg>
        <pc:spChg chg="mod">
          <ac:chgData name="Marion Lacroix" userId="9df64882-6113-4c49-9d2b-3e68714ee988" providerId="ADAL" clId="{0F5C530E-7F44-43FA-A114-418004AF991A}" dt="2025-11-13T18:48:48.834" v="319" actId="207"/>
          <ac:spMkLst>
            <pc:docMk/>
            <pc:sldMk cId="3542580256" sldId="780"/>
            <ac:spMk id="10" creationId="{F1DCB85A-A34F-4AAE-85E5-400DFC79239D}"/>
          </ac:spMkLst>
        </pc:spChg>
        <pc:spChg chg="del">
          <ac:chgData name="Marion Lacroix" userId="9df64882-6113-4c49-9d2b-3e68714ee988" providerId="ADAL" clId="{0F5C530E-7F44-43FA-A114-418004AF991A}" dt="2025-11-13T18:44:13.804" v="222" actId="478"/>
          <ac:spMkLst>
            <pc:docMk/>
            <pc:sldMk cId="3542580256" sldId="780"/>
            <ac:spMk id="11" creationId="{AE38366E-6F7F-48D1-B918-32F18FB671FD}"/>
          </ac:spMkLst>
        </pc:spChg>
        <pc:spChg chg="del mod">
          <ac:chgData name="Marion Lacroix" userId="9df64882-6113-4c49-9d2b-3e68714ee988" providerId="ADAL" clId="{0F5C530E-7F44-43FA-A114-418004AF991A}" dt="2025-11-13T18:44:12.185" v="221" actId="478"/>
          <ac:spMkLst>
            <pc:docMk/>
            <pc:sldMk cId="3542580256" sldId="780"/>
            <ac:spMk id="12" creationId="{7A343B26-57A8-4F6D-91E7-5AB2A7A94FB6}"/>
          </ac:spMkLst>
        </pc:spChg>
        <pc:picChg chg="add mod">
          <ac:chgData name="Marion Lacroix" userId="9df64882-6113-4c49-9d2b-3e68714ee988" providerId="ADAL" clId="{0F5C530E-7F44-43FA-A114-418004AF991A}" dt="2025-11-13T18:48:09.217" v="315" actId="1076"/>
          <ac:picMkLst>
            <pc:docMk/>
            <pc:sldMk cId="3542580256" sldId="780"/>
            <ac:picMk id="4" creationId="{21876233-8D86-460E-BFBC-7E4E3B94B4A0}"/>
          </ac:picMkLst>
        </pc:picChg>
        <pc:picChg chg="add mod">
          <ac:chgData name="Marion Lacroix" userId="9df64882-6113-4c49-9d2b-3e68714ee988" providerId="ADAL" clId="{0F5C530E-7F44-43FA-A114-418004AF991A}" dt="2025-11-13T18:47:02.529" v="308" actId="1076"/>
          <ac:picMkLst>
            <pc:docMk/>
            <pc:sldMk cId="3542580256" sldId="780"/>
            <ac:picMk id="13" creationId="{7CEF7336-414B-456C-948B-53FF32D7F2BF}"/>
          </ac:picMkLst>
        </pc:picChg>
        <pc:picChg chg="add del mod">
          <ac:chgData name="Marion Lacroix" userId="9df64882-6113-4c49-9d2b-3e68714ee988" providerId="ADAL" clId="{0F5C530E-7F44-43FA-A114-418004AF991A}" dt="2025-11-13T18:46:39.385" v="300" actId="478"/>
          <ac:picMkLst>
            <pc:docMk/>
            <pc:sldMk cId="3542580256" sldId="780"/>
            <ac:picMk id="14" creationId="{3E5F94CC-A64A-45F0-886B-10513134DFB7}"/>
          </ac:picMkLst>
        </pc:picChg>
      </pc:sldChg>
      <pc:sldChg chg="add del">
        <pc:chgData name="Marion Lacroix" userId="9df64882-6113-4c49-9d2b-3e68714ee988" providerId="ADAL" clId="{0F5C530E-7F44-43FA-A114-418004AF991A}" dt="2025-11-13T18:32:49.466" v="103" actId="47"/>
        <pc:sldMkLst>
          <pc:docMk/>
          <pc:sldMk cId="4007692766" sldId="780"/>
        </pc:sldMkLst>
      </pc:sldChg>
      <pc:sldChg chg="add del">
        <pc:chgData name="Marion Lacroix" userId="9df64882-6113-4c49-9d2b-3e68714ee988" providerId="ADAL" clId="{0F5C530E-7F44-43FA-A114-418004AF991A}" dt="2025-11-13T18:32:50.746" v="104" actId="47"/>
        <pc:sldMkLst>
          <pc:docMk/>
          <pc:sldMk cId="2027132577" sldId="781"/>
        </pc:sldMkLst>
      </pc:sldChg>
    </pc:docChg>
  </pc:docChgLst>
  <pc:docChgLst>
    <pc:chgData name="Marion Lacroix" userId="9df64882-6113-4c49-9d2b-3e68714ee988" providerId="ADAL" clId="{50925B17-DBF0-4DD9-AB5C-F0142C421E6A}"/>
    <pc:docChg chg="undo custSel addSld delSld modSld sldOrd">
      <pc:chgData name="Marion Lacroix" userId="9df64882-6113-4c49-9d2b-3e68714ee988" providerId="ADAL" clId="{50925B17-DBF0-4DD9-AB5C-F0142C421E6A}" dt="2025-11-14T16:55:52.177" v="1077" actId="14100"/>
      <pc:docMkLst>
        <pc:docMk/>
      </pc:docMkLst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1344268189" sldId="427"/>
        </pc:sldMkLst>
      </pc:sldChg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3607382716" sldId="481"/>
        </pc:sldMkLst>
      </pc:sldChg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3382714557" sldId="482"/>
        </pc:sldMkLst>
      </pc:sldChg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2070195696" sldId="483"/>
        </pc:sldMkLst>
      </pc:sldChg>
      <pc:sldChg chg="modSp mod">
        <pc:chgData name="Marion Lacroix" userId="9df64882-6113-4c49-9d2b-3e68714ee988" providerId="ADAL" clId="{50925B17-DBF0-4DD9-AB5C-F0142C421E6A}" dt="2025-11-14T14:28:25.623" v="0" actId="1076"/>
        <pc:sldMkLst>
          <pc:docMk/>
          <pc:sldMk cId="1514211713" sldId="504"/>
        </pc:sldMkLst>
        <pc:spChg chg="mod">
          <ac:chgData name="Marion Lacroix" userId="9df64882-6113-4c49-9d2b-3e68714ee988" providerId="ADAL" clId="{50925B17-DBF0-4DD9-AB5C-F0142C421E6A}" dt="2025-11-14T14:28:25.623" v="0" actId="1076"/>
          <ac:spMkLst>
            <pc:docMk/>
            <pc:sldMk cId="1514211713" sldId="504"/>
            <ac:spMk id="9" creationId="{649CAF71-85BB-E46B-C9EF-3972E4D631E0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1:08.131" v="1030" actId="121"/>
        <pc:sldMkLst>
          <pc:docMk/>
          <pc:sldMk cId="3588698646" sldId="606"/>
        </pc:sldMkLst>
        <pc:spChg chg="del">
          <ac:chgData name="Marion Lacroix" userId="9df64882-6113-4c49-9d2b-3e68714ee988" providerId="ADAL" clId="{50925B17-DBF0-4DD9-AB5C-F0142C421E6A}" dt="2025-11-14T15:17:28.577" v="974" actId="478"/>
          <ac:spMkLst>
            <pc:docMk/>
            <pc:sldMk cId="3588698646" sldId="606"/>
            <ac:spMk id="9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21:08.131" v="1030" actId="121"/>
          <ac:spMkLst>
            <pc:docMk/>
            <pc:sldMk cId="3588698646" sldId="606"/>
            <ac:spMk id="20" creationId="{3B298269-A8CD-4BB3-9045-B3AAABD1FABF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1:03.919" v="1029" actId="121"/>
        <pc:sldMkLst>
          <pc:docMk/>
          <pc:sldMk cId="2078013151" sldId="666"/>
        </pc:sldMkLst>
        <pc:spChg chg="del">
          <ac:chgData name="Marion Lacroix" userId="9df64882-6113-4c49-9d2b-3e68714ee988" providerId="ADAL" clId="{50925B17-DBF0-4DD9-AB5C-F0142C421E6A}" dt="2025-11-14T15:17:23.796" v="973" actId="478"/>
          <ac:spMkLst>
            <pc:docMk/>
            <pc:sldMk cId="2078013151" sldId="666"/>
            <ac:spMk id="35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17:20.956" v="972"/>
          <ac:spMkLst>
            <pc:docMk/>
            <pc:sldMk cId="2078013151" sldId="666"/>
            <ac:spMk id="36" creationId="{54B4394F-C26D-4138-A90D-781D5A62612F}"/>
          </ac:spMkLst>
        </pc:spChg>
        <pc:spChg chg="del">
          <ac:chgData name="Marion Lacroix" userId="9df64882-6113-4c49-9d2b-3e68714ee988" providerId="ADAL" clId="{50925B17-DBF0-4DD9-AB5C-F0142C421E6A}" dt="2025-11-14T15:17:20.085" v="971" actId="478"/>
          <ac:spMkLst>
            <pc:docMk/>
            <pc:sldMk cId="2078013151" sldId="666"/>
            <ac:spMk id="38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21:03.919" v="1029" actId="121"/>
          <ac:spMkLst>
            <pc:docMk/>
            <pc:sldMk cId="2078013151" sldId="666"/>
            <ac:spMk id="46" creationId="{C92E89B2-FA41-419A-8B65-E3026910630B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17:15.295" v="970"/>
        <pc:sldMkLst>
          <pc:docMk/>
          <pc:sldMk cId="410272824" sldId="707"/>
        </pc:sldMkLst>
        <pc:spChg chg="del mod">
          <ac:chgData name="Marion Lacroix" userId="9df64882-6113-4c49-9d2b-3e68714ee988" providerId="ADAL" clId="{50925B17-DBF0-4DD9-AB5C-F0142C421E6A}" dt="2025-11-14T15:17:09.226" v="968" actId="478"/>
          <ac:spMkLst>
            <pc:docMk/>
            <pc:sldMk cId="410272824" sldId="707"/>
            <ac:spMk id="2" creationId="{68BECE46-6668-4824-9371-C1C14AFD7FA4}"/>
          </ac:spMkLst>
        </pc:spChg>
        <pc:spChg chg="add mod ord">
          <ac:chgData name="Marion Lacroix" userId="9df64882-6113-4c49-9d2b-3e68714ee988" providerId="ADAL" clId="{50925B17-DBF0-4DD9-AB5C-F0142C421E6A}" dt="2025-11-14T14:32:03.420" v="54" actId="171"/>
          <ac:spMkLst>
            <pc:docMk/>
            <pc:sldMk cId="410272824" sldId="707"/>
            <ac:spMk id="3" creationId="{FE44F586-103D-407B-B37E-D9BB585509DE}"/>
          </ac:spMkLst>
        </pc:spChg>
        <pc:spChg chg="del">
          <ac:chgData name="Marion Lacroix" userId="9df64882-6113-4c49-9d2b-3e68714ee988" providerId="ADAL" clId="{50925B17-DBF0-4DD9-AB5C-F0142C421E6A}" dt="2025-11-14T15:17:07.499" v="966" actId="478"/>
          <ac:spMkLst>
            <pc:docMk/>
            <pc:sldMk cId="410272824" sldId="707"/>
            <ac:spMk id="7" creationId="{00000000-0000-0000-0000-000000000000}"/>
          </ac:spMkLst>
        </pc:spChg>
        <pc:spChg chg="del">
          <ac:chgData name="Marion Lacroix" userId="9df64882-6113-4c49-9d2b-3e68714ee988" providerId="ADAL" clId="{50925B17-DBF0-4DD9-AB5C-F0142C421E6A}" dt="2025-11-14T15:17:12.072" v="969" actId="478"/>
          <ac:spMkLst>
            <pc:docMk/>
            <pc:sldMk cId="410272824" sldId="707"/>
            <ac:spMk id="8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16:01.076" v="924"/>
          <ac:spMkLst>
            <pc:docMk/>
            <pc:sldMk cId="410272824" sldId="707"/>
            <ac:spMk id="13" creationId="{B9BE1740-099D-474C-8721-E5E54A79BC9F}"/>
          </ac:spMkLst>
        </pc:spChg>
        <pc:spChg chg="add del mod">
          <ac:chgData name="Marion Lacroix" userId="9df64882-6113-4c49-9d2b-3e68714ee988" providerId="ADAL" clId="{50925B17-DBF0-4DD9-AB5C-F0142C421E6A}" dt="2025-11-14T15:17:04.847" v="965"/>
          <ac:spMkLst>
            <pc:docMk/>
            <pc:sldMk cId="410272824" sldId="707"/>
            <ac:spMk id="14" creationId="{9AAA54DE-9E89-4424-8C46-937CA298C37C}"/>
          </ac:spMkLst>
        </pc:spChg>
        <pc:spChg chg="add mod">
          <ac:chgData name="Marion Lacroix" userId="9df64882-6113-4c49-9d2b-3e68714ee988" providerId="ADAL" clId="{50925B17-DBF0-4DD9-AB5C-F0142C421E6A}" dt="2025-11-14T15:17:15.295" v="970"/>
          <ac:spMkLst>
            <pc:docMk/>
            <pc:sldMk cId="410272824" sldId="707"/>
            <ac:spMk id="15" creationId="{5AF5EFB9-17DD-4199-B138-6F1056D8DF75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1:19.667" v="1031" actId="121"/>
        <pc:sldMkLst>
          <pc:docMk/>
          <pc:sldMk cId="2199335285" sldId="711"/>
        </pc:sldMkLst>
        <pc:spChg chg="del mod">
          <ac:chgData name="Marion Lacroix" userId="9df64882-6113-4c49-9d2b-3e68714ee988" providerId="ADAL" clId="{50925B17-DBF0-4DD9-AB5C-F0142C421E6A}" dt="2025-11-14T14:30:37.403" v="4" actId="478"/>
          <ac:spMkLst>
            <pc:docMk/>
            <pc:sldMk cId="2199335285" sldId="711"/>
            <ac:spMk id="2" creationId="{3E65A8FA-A1C3-4EA6-AC6E-676052C01FB0}"/>
          </ac:spMkLst>
        </pc:spChg>
        <pc:spChg chg="del">
          <ac:chgData name="Marion Lacroix" userId="9df64882-6113-4c49-9d2b-3e68714ee988" providerId="ADAL" clId="{50925B17-DBF0-4DD9-AB5C-F0142C421E6A}" dt="2025-11-14T15:17:45.353" v="978" actId="478"/>
          <ac:spMkLst>
            <pc:docMk/>
            <pc:sldMk cId="2199335285" sldId="711"/>
            <ac:spMk id="6" creationId="{00000000-0000-0000-0000-000000000000}"/>
          </ac:spMkLst>
        </pc:spChg>
        <pc:spChg chg="del">
          <ac:chgData name="Marion Lacroix" userId="9df64882-6113-4c49-9d2b-3e68714ee988" providerId="ADAL" clId="{50925B17-DBF0-4DD9-AB5C-F0142C421E6A}" dt="2025-11-14T15:17:47.135" v="979" actId="478"/>
          <ac:spMkLst>
            <pc:docMk/>
            <pc:sldMk cId="2199335285" sldId="711"/>
            <ac:spMk id="11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16:07.529" v="926"/>
          <ac:spMkLst>
            <pc:docMk/>
            <pc:sldMk cId="2199335285" sldId="711"/>
            <ac:spMk id="12" creationId="{61181570-E7D1-419D-9BA7-15C012253E47}"/>
          </ac:spMkLst>
        </pc:spChg>
        <pc:spChg chg="mod">
          <ac:chgData name="Marion Lacroix" userId="9df64882-6113-4c49-9d2b-3e68714ee988" providerId="ADAL" clId="{50925B17-DBF0-4DD9-AB5C-F0142C421E6A}" dt="2025-11-14T14:31:00.019" v="41" actId="20577"/>
          <ac:spMkLst>
            <pc:docMk/>
            <pc:sldMk cId="2199335285" sldId="711"/>
            <ac:spMk id="14" creationId="{DE3E118C-9C5F-40D1-8553-53CD39555ABD}"/>
          </ac:spMkLst>
        </pc:spChg>
        <pc:spChg chg="add mod">
          <ac:chgData name="Marion Lacroix" userId="9df64882-6113-4c49-9d2b-3e68714ee988" providerId="ADAL" clId="{50925B17-DBF0-4DD9-AB5C-F0142C421E6A}" dt="2025-11-14T15:21:19.667" v="1031" actId="121"/>
          <ac:spMkLst>
            <pc:docMk/>
            <pc:sldMk cId="2199335285" sldId="711"/>
            <ac:spMk id="15" creationId="{8BE73D5B-47CA-4C96-AB4A-0D48211CAA75}"/>
          </ac:spMkLst>
        </pc:spChg>
      </pc:sldChg>
      <pc:sldChg chg="modSp add mod">
        <pc:chgData name="Marion Lacroix" userId="9df64882-6113-4c49-9d2b-3e68714ee988" providerId="ADAL" clId="{50925B17-DBF0-4DD9-AB5C-F0142C421E6A}" dt="2025-11-14T15:21:35.804" v="1034" actId="1076"/>
        <pc:sldMkLst>
          <pc:docMk/>
          <pc:sldMk cId="1394016723" sldId="712"/>
        </pc:sldMkLst>
        <pc:spChg chg="mod">
          <ac:chgData name="Marion Lacroix" userId="9df64882-6113-4c49-9d2b-3e68714ee988" providerId="ADAL" clId="{50925B17-DBF0-4DD9-AB5C-F0142C421E6A}" dt="2025-11-14T15:21:28.628" v="1032" actId="14100"/>
          <ac:spMkLst>
            <pc:docMk/>
            <pc:sldMk cId="1394016723" sldId="712"/>
            <ac:spMk id="2" creationId="{382F1E16-0998-485D-AC87-9CD78CEAB523}"/>
          </ac:spMkLst>
        </pc:spChg>
        <pc:spChg chg="mod">
          <ac:chgData name="Marion Lacroix" userId="9df64882-6113-4c49-9d2b-3e68714ee988" providerId="ADAL" clId="{50925B17-DBF0-4DD9-AB5C-F0142C421E6A}" dt="2025-11-14T15:21:35.804" v="1034" actId="1076"/>
          <ac:spMkLst>
            <pc:docMk/>
            <pc:sldMk cId="1394016723" sldId="712"/>
            <ac:spMk id="35" creationId="{00000000-0000-0000-0000-000000000000}"/>
          </ac:spMkLst>
        </pc:spChg>
      </pc:sldChg>
      <pc:sldChg chg="del">
        <pc:chgData name="Marion Lacroix" userId="9df64882-6113-4c49-9d2b-3e68714ee988" providerId="ADAL" clId="{50925B17-DBF0-4DD9-AB5C-F0142C421E6A}" dt="2025-11-14T14:43:20.410" v="283" actId="47"/>
        <pc:sldMkLst>
          <pc:docMk/>
          <pc:sldMk cId="1924279400" sldId="725"/>
        </pc:sldMkLst>
      </pc:sldChg>
      <pc:sldChg chg="del">
        <pc:chgData name="Marion Lacroix" userId="9df64882-6113-4c49-9d2b-3e68714ee988" providerId="ADAL" clId="{50925B17-DBF0-4DD9-AB5C-F0142C421E6A}" dt="2025-11-14T14:43:20.410" v="283" actId="47"/>
        <pc:sldMkLst>
          <pc:docMk/>
          <pc:sldMk cId="1196097826" sldId="739"/>
        </pc:sldMkLst>
      </pc:sldChg>
      <pc:sldChg chg="del">
        <pc:chgData name="Marion Lacroix" userId="9df64882-6113-4c49-9d2b-3e68714ee988" providerId="ADAL" clId="{50925B17-DBF0-4DD9-AB5C-F0142C421E6A}" dt="2025-11-14T14:43:09.725" v="281" actId="47"/>
        <pc:sldMkLst>
          <pc:docMk/>
          <pc:sldMk cId="1052599097" sldId="753"/>
        </pc:sldMkLst>
      </pc:sldChg>
      <pc:sldChg chg="del">
        <pc:chgData name="Marion Lacroix" userId="9df64882-6113-4c49-9d2b-3e68714ee988" providerId="ADAL" clId="{50925B17-DBF0-4DD9-AB5C-F0142C421E6A}" dt="2025-11-14T14:43:09.725" v="281" actId="47"/>
        <pc:sldMkLst>
          <pc:docMk/>
          <pc:sldMk cId="3099877098" sldId="755"/>
        </pc:sldMkLst>
      </pc:sldChg>
      <pc:sldChg chg="del">
        <pc:chgData name="Marion Lacroix" userId="9df64882-6113-4c49-9d2b-3e68714ee988" providerId="ADAL" clId="{50925B17-DBF0-4DD9-AB5C-F0142C421E6A}" dt="2025-11-14T14:56:24.735" v="641" actId="47"/>
        <pc:sldMkLst>
          <pc:docMk/>
          <pc:sldMk cId="2396888268" sldId="757"/>
        </pc:sldMkLst>
      </pc:sldChg>
      <pc:sldChg chg="del">
        <pc:chgData name="Marion Lacroix" userId="9df64882-6113-4c49-9d2b-3e68714ee988" providerId="ADAL" clId="{50925B17-DBF0-4DD9-AB5C-F0142C421E6A}" dt="2025-11-14T14:43:13.049" v="282" actId="47"/>
        <pc:sldMkLst>
          <pc:docMk/>
          <pc:sldMk cId="905231751" sldId="758"/>
        </pc:sldMkLst>
      </pc:sldChg>
      <pc:sldChg chg="del">
        <pc:chgData name="Marion Lacroix" userId="9df64882-6113-4c49-9d2b-3e68714ee988" providerId="ADAL" clId="{50925B17-DBF0-4DD9-AB5C-F0142C421E6A}" dt="2025-11-14T14:41:02.502" v="252" actId="47"/>
        <pc:sldMkLst>
          <pc:docMk/>
          <pc:sldMk cId="32848523" sldId="761"/>
        </pc:sldMkLst>
      </pc:sldChg>
      <pc:sldChg chg="del">
        <pc:chgData name="Marion Lacroix" userId="9df64882-6113-4c49-9d2b-3e68714ee988" providerId="ADAL" clId="{50925B17-DBF0-4DD9-AB5C-F0142C421E6A}" dt="2025-11-14T14:43:09.725" v="281" actId="47"/>
        <pc:sldMkLst>
          <pc:docMk/>
          <pc:sldMk cId="3867587788" sldId="762"/>
        </pc:sldMkLst>
      </pc:sldChg>
      <pc:sldChg chg="del">
        <pc:chgData name="Marion Lacroix" userId="9df64882-6113-4c49-9d2b-3e68714ee988" providerId="ADAL" clId="{50925B17-DBF0-4DD9-AB5C-F0142C421E6A}" dt="2025-11-14T14:43:20.410" v="283" actId="47"/>
        <pc:sldMkLst>
          <pc:docMk/>
          <pc:sldMk cId="712104324" sldId="763"/>
        </pc:sldMkLst>
      </pc:sldChg>
      <pc:sldChg chg="addSp delSp modSp add mod">
        <pc:chgData name="Marion Lacroix" userId="9df64882-6113-4c49-9d2b-3e68714ee988" providerId="ADAL" clId="{50925B17-DBF0-4DD9-AB5C-F0142C421E6A}" dt="2025-11-14T15:21:48.333" v="1037" actId="113"/>
        <pc:sldMkLst>
          <pc:docMk/>
          <pc:sldMk cId="3391556035" sldId="765"/>
        </pc:sldMkLst>
        <pc:spChg chg="del mod">
          <ac:chgData name="Marion Lacroix" userId="9df64882-6113-4c49-9d2b-3e68714ee988" providerId="ADAL" clId="{50925B17-DBF0-4DD9-AB5C-F0142C421E6A}" dt="2025-11-14T15:18:37.439" v="982" actId="478"/>
          <ac:spMkLst>
            <pc:docMk/>
            <pc:sldMk cId="3391556035" sldId="765"/>
            <ac:spMk id="4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16:10.239" v="927"/>
          <ac:spMkLst>
            <pc:docMk/>
            <pc:sldMk cId="3391556035" sldId="765"/>
            <ac:spMk id="10" creationId="{ACA5AA55-4944-494B-AE2F-E60D5AE09758}"/>
          </ac:spMkLst>
        </pc:spChg>
        <pc:spChg chg="add del mod">
          <ac:chgData name="Marion Lacroix" userId="9df64882-6113-4c49-9d2b-3e68714ee988" providerId="ADAL" clId="{50925B17-DBF0-4DD9-AB5C-F0142C421E6A}" dt="2025-11-14T15:18:56.620" v="989" actId="478"/>
          <ac:spMkLst>
            <pc:docMk/>
            <pc:sldMk cId="3391556035" sldId="765"/>
            <ac:spMk id="11" creationId="{FD4A9627-13B8-4C5F-ADAB-357B223C1E97}"/>
          </ac:spMkLst>
        </pc:spChg>
        <pc:spChg chg="add mod">
          <ac:chgData name="Marion Lacroix" userId="9df64882-6113-4c49-9d2b-3e68714ee988" providerId="ADAL" clId="{50925B17-DBF0-4DD9-AB5C-F0142C421E6A}" dt="2025-11-14T15:18:56.931" v="990"/>
          <ac:spMkLst>
            <pc:docMk/>
            <pc:sldMk cId="3391556035" sldId="765"/>
            <ac:spMk id="13" creationId="{86F9FF89-4547-44A3-9827-EF30F4337D6C}"/>
          </ac:spMkLst>
        </pc:spChg>
        <pc:spChg chg="add mod">
          <ac:chgData name="Marion Lacroix" userId="9df64882-6113-4c49-9d2b-3e68714ee988" providerId="ADAL" clId="{50925B17-DBF0-4DD9-AB5C-F0142C421E6A}" dt="2025-11-14T15:21:48.333" v="1037" actId="113"/>
          <ac:spMkLst>
            <pc:docMk/>
            <pc:sldMk cId="3391556035" sldId="765"/>
            <ac:spMk id="15" creationId="{14A00CCA-0266-482F-9902-F820C1DFE544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2:29.863" v="1052" actId="113"/>
        <pc:sldMkLst>
          <pc:docMk/>
          <pc:sldMk cId="3686782687" sldId="770"/>
        </pc:sldMkLst>
        <pc:spChg chg="mod">
          <ac:chgData name="Marion Lacroix" userId="9df64882-6113-4c49-9d2b-3e68714ee988" providerId="ADAL" clId="{50925B17-DBF0-4DD9-AB5C-F0142C421E6A}" dt="2025-11-14T15:16:40.073" v="956" actId="1035"/>
          <ac:spMkLst>
            <pc:docMk/>
            <pc:sldMk cId="3686782687" sldId="770"/>
            <ac:spMk id="3" creationId="{BE34F1E9-E0B0-4D42-8B7D-D8AAF906B584}"/>
          </ac:spMkLst>
        </pc:spChg>
        <pc:spChg chg="del">
          <ac:chgData name="Marion Lacroix" userId="9df64882-6113-4c49-9d2b-3e68714ee988" providerId="ADAL" clId="{50925B17-DBF0-4DD9-AB5C-F0142C421E6A}" dt="2025-11-14T15:19:22.585" v="1000" actId="478"/>
          <ac:spMkLst>
            <pc:docMk/>
            <pc:sldMk cId="3686782687" sldId="770"/>
            <ac:spMk id="4" creationId="{C465A94C-A29D-49E0-AD1A-F280953E436B}"/>
          </ac:spMkLst>
        </pc:spChg>
        <pc:spChg chg="mod">
          <ac:chgData name="Marion Lacroix" userId="9df64882-6113-4c49-9d2b-3e68714ee988" providerId="ADAL" clId="{50925B17-DBF0-4DD9-AB5C-F0142C421E6A}" dt="2025-11-14T15:16:40.073" v="956" actId="1035"/>
          <ac:spMkLst>
            <pc:docMk/>
            <pc:sldMk cId="3686782687" sldId="770"/>
            <ac:spMk id="12" creationId="{176B83BD-B4A7-46E2-BA65-69DA73B2ED84}"/>
          </ac:spMkLst>
        </pc:spChg>
        <pc:spChg chg="mod">
          <ac:chgData name="Marion Lacroix" userId="9df64882-6113-4c49-9d2b-3e68714ee988" providerId="ADAL" clId="{50925B17-DBF0-4DD9-AB5C-F0142C421E6A}" dt="2025-11-14T15:16:40.073" v="956" actId="1035"/>
          <ac:spMkLst>
            <pc:docMk/>
            <pc:sldMk cId="3686782687" sldId="770"/>
            <ac:spMk id="14" creationId="{E090DFCB-E332-42CF-93CF-4B422CF17AF9}"/>
          </ac:spMkLst>
        </pc:spChg>
        <pc:spChg chg="add mod">
          <ac:chgData name="Marion Lacroix" userId="9df64882-6113-4c49-9d2b-3e68714ee988" providerId="ADAL" clId="{50925B17-DBF0-4DD9-AB5C-F0142C421E6A}" dt="2025-11-14T15:16:18.890" v="933"/>
          <ac:spMkLst>
            <pc:docMk/>
            <pc:sldMk cId="3686782687" sldId="770"/>
            <ac:spMk id="16" creationId="{4972FAA4-AED6-4054-BA59-F437A686F84E}"/>
          </ac:spMkLst>
        </pc:spChg>
        <pc:spChg chg="mod">
          <ac:chgData name="Marion Lacroix" userId="9df64882-6113-4c49-9d2b-3e68714ee988" providerId="ADAL" clId="{50925B17-DBF0-4DD9-AB5C-F0142C421E6A}" dt="2025-11-14T15:16:40.073" v="956" actId="1035"/>
          <ac:spMkLst>
            <pc:docMk/>
            <pc:sldMk cId="3686782687" sldId="770"/>
            <ac:spMk id="18" creationId="{B8A44BCC-2C58-428D-AFBA-723D9F139340}"/>
          </ac:spMkLst>
        </pc:spChg>
        <pc:spChg chg="add mod">
          <ac:chgData name="Marion Lacroix" userId="9df64882-6113-4c49-9d2b-3e68714ee988" providerId="ADAL" clId="{50925B17-DBF0-4DD9-AB5C-F0142C421E6A}" dt="2025-11-14T15:19:22.894" v="1001"/>
          <ac:spMkLst>
            <pc:docMk/>
            <pc:sldMk cId="3686782687" sldId="770"/>
            <ac:spMk id="19" creationId="{90A98CE7-3F03-4530-81C9-0B1848276301}"/>
          </ac:spMkLst>
        </pc:spChg>
        <pc:spChg chg="mod">
          <ac:chgData name="Marion Lacroix" userId="9df64882-6113-4c49-9d2b-3e68714ee988" providerId="ADAL" clId="{50925B17-DBF0-4DD9-AB5C-F0142C421E6A}" dt="2025-11-14T15:16:40.073" v="956" actId="1035"/>
          <ac:spMkLst>
            <pc:docMk/>
            <pc:sldMk cId="3686782687" sldId="770"/>
            <ac:spMk id="21" creationId="{216807BD-A839-43F2-818D-A1B45D2AF318}"/>
          </ac:spMkLst>
        </pc:spChg>
        <pc:spChg chg="add mod">
          <ac:chgData name="Marion Lacroix" userId="9df64882-6113-4c49-9d2b-3e68714ee988" providerId="ADAL" clId="{50925B17-DBF0-4DD9-AB5C-F0142C421E6A}" dt="2025-11-14T15:22:29.863" v="1052" actId="113"/>
          <ac:spMkLst>
            <pc:docMk/>
            <pc:sldMk cId="3686782687" sldId="770"/>
            <ac:spMk id="23" creationId="{4E7E72DB-A706-4DD3-8AD3-0145B4D04F79}"/>
          </ac:spMkLst>
        </pc:spChg>
      </pc:sldChg>
      <pc:sldChg chg="modSp mod">
        <pc:chgData name="Marion Lacroix" userId="9df64882-6113-4c49-9d2b-3e68714ee988" providerId="ADAL" clId="{50925B17-DBF0-4DD9-AB5C-F0142C421E6A}" dt="2025-11-14T14:41:23.455" v="255" actId="207"/>
        <pc:sldMkLst>
          <pc:docMk/>
          <pc:sldMk cId="2150675422" sldId="772"/>
        </pc:sldMkLst>
        <pc:spChg chg="mod">
          <ac:chgData name="Marion Lacroix" userId="9df64882-6113-4c49-9d2b-3e68714ee988" providerId="ADAL" clId="{50925B17-DBF0-4DD9-AB5C-F0142C421E6A}" dt="2025-11-14T14:41:23.455" v="255" actId="207"/>
          <ac:spMkLst>
            <pc:docMk/>
            <pc:sldMk cId="2150675422" sldId="772"/>
            <ac:spMk id="9" creationId="{BEFE395B-DB4E-4519-807C-CB8B92945B67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0:24.127" v="1018"/>
        <pc:sldMkLst>
          <pc:docMk/>
          <pc:sldMk cId="391908494" sldId="773"/>
        </pc:sldMkLst>
        <pc:spChg chg="del mod">
          <ac:chgData name="Marion Lacroix" userId="9df64882-6113-4c49-9d2b-3e68714ee988" providerId="ADAL" clId="{50925B17-DBF0-4DD9-AB5C-F0142C421E6A}" dt="2025-11-14T15:18:46.665" v="987" actId="478"/>
          <ac:spMkLst>
            <pc:docMk/>
            <pc:sldMk cId="391908494" sldId="773"/>
            <ac:spMk id="2" creationId="{2AAE5965-B16C-41CC-8A6A-05A28C5CCF11}"/>
          </ac:spMkLst>
        </pc:spChg>
        <pc:spChg chg="del">
          <ac:chgData name="Marion Lacroix" userId="9df64882-6113-4c49-9d2b-3e68714ee988" providerId="ADAL" clId="{50925B17-DBF0-4DD9-AB5C-F0142C421E6A}" dt="2025-11-14T15:18:43.916" v="985" actId="478"/>
          <ac:spMkLst>
            <pc:docMk/>
            <pc:sldMk cId="391908494" sldId="773"/>
            <ac:spMk id="7" creationId="{00000000-0000-0000-0000-000000000000}"/>
          </ac:spMkLst>
        </pc:spChg>
        <pc:spChg chg="del">
          <ac:chgData name="Marion Lacroix" userId="9df64882-6113-4c49-9d2b-3e68714ee988" providerId="ADAL" clId="{50925B17-DBF0-4DD9-AB5C-F0142C421E6A}" dt="2025-11-14T15:18:48.281" v="988" actId="478"/>
          <ac:spMkLst>
            <pc:docMk/>
            <pc:sldMk cId="391908494" sldId="773"/>
            <ac:spMk id="8" creationId="{00000000-0000-0000-0000-000000000000}"/>
          </ac:spMkLst>
        </pc:spChg>
        <pc:spChg chg="add mod ord">
          <ac:chgData name="Marion Lacroix" userId="9df64882-6113-4c49-9d2b-3e68714ee988" providerId="ADAL" clId="{50925B17-DBF0-4DD9-AB5C-F0142C421E6A}" dt="2025-11-14T14:34:11.009" v="75" actId="171"/>
          <ac:spMkLst>
            <pc:docMk/>
            <pc:sldMk cId="391908494" sldId="773"/>
            <ac:spMk id="9" creationId="{54DC4471-B8A5-4B73-8555-B7BA0053226A}"/>
          </ac:spMkLst>
        </pc:spChg>
        <pc:spChg chg="add mod">
          <ac:chgData name="Marion Lacroix" userId="9df64882-6113-4c49-9d2b-3e68714ee988" providerId="ADAL" clId="{50925B17-DBF0-4DD9-AB5C-F0142C421E6A}" dt="2025-11-14T15:16:11.638" v="928"/>
          <ac:spMkLst>
            <pc:docMk/>
            <pc:sldMk cId="391908494" sldId="773"/>
            <ac:spMk id="11" creationId="{90835FC4-D128-4AF0-A0B8-128A789B529C}"/>
          </ac:spMkLst>
        </pc:spChg>
        <pc:spChg chg="add del mod">
          <ac:chgData name="Marion Lacroix" userId="9df64882-6113-4c49-9d2b-3e68714ee988" providerId="ADAL" clId="{50925B17-DBF0-4DD9-AB5C-F0142C421E6A}" dt="2025-11-14T15:18:41.877" v="984"/>
          <ac:spMkLst>
            <pc:docMk/>
            <pc:sldMk cId="391908494" sldId="773"/>
            <ac:spMk id="12" creationId="{27F2F4C2-A32F-4F11-ADB7-C004CCCD35A4}"/>
          </ac:spMkLst>
        </pc:spChg>
        <pc:spChg chg="add mod">
          <ac:chgData name="Marion Lacroix" userId="9df64882-6113-4c49-9d2b-3e68714ee988" providerId="ADAL" clId="{50925B17-DBF0-4DD9-AB5C-F0142C421E6A}" dt="2025-11-14T15:18:58.722" v="991"/>
          <ac:spMkLst>
            <pc:docMk/>
            <pc:sldMk cId="391908494" sldId="773"/>
            <ac:spMk id="13" creationId="{A199AD93-81D5-4230-A017-FEE7DFE19438}"/>
          </ac:spMkLst>
        </pc:spChg>
        <pc:spChg chg="add mod">
          <ac:chgData name="Marion Lacroix" userId="9df64882-6113-4c49-9d2b-3e68714ee988" providerId="ADAL" clId="{50925B17-DBF0-4DD9-AB5C-F0142C421E6A}" dt="2025-11-14T15:20:24.127" v="1018"/>
          <ac:spMkLst>
            <pc:docMk/>
            <pc:sldMk cId="391908494" sldId="773"/>
            <ac:spMk id="14" creationId="{2C88D9A1-279A-4DC3-849D-ABB8CBC4DE90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2:01.855" v="1040" actId="113"/>
        <pc:sldMkLst>
          <pc:docMk/>
          <pc:sldMk cId="1522850905" sldId="774"/>
        </pc:sldMkLst>
        <pc:spChg chg="del">
          <ac:chgData name="Marion Lacroix" userId="9df64882-6113-4c49-9d2b-3e68714ee988" providerId="ADAL" clId="{50925B17-DBF0-4DD9-AB5C-F0142C421E6A}" dt="2025-11-14T15:19:02.755" v="993" actId="478"/>
          <ac:spMkLst>
            <pc:docMk/>
            <pc:sldMk cId="1522850905" sldId="774"/>
            <ac:spMk id="4" creationId="{00000000-0000-0000-0000-000000000000}"/>
          </ac:spMkLst>
        </pc:spChg>
        <pc:spChg chg="mod">
          <ac:chgData name="Marion Lacroix" userId="9df64882-6113-4c49-9d2b-3e68714ee988" providerId="ADAL" clId="{50925B17-DBF0-4DD9-AB5C-F0142C421E6A}" dt="2025-11-14T14:34:36.653" v="84" actId="20577"/>
          <ac:spMkLst>
            <pc:docMk/>
            <pc:sldMk cId="1522850905" sldId="774"/>
            <ac:spMk id="18" creationId="{DF117B8F-B6D4-4D51-8F8E-85528445702D}"/>
          </ac:spMkLst>
        </pc:spChg>
        <pc:spChg chg="add mod">
          <ac:chgData name="Marion Lacroix" userId="9df64882-6113-4c49-9d2b-3e68714ee988" providerId="ADAL" clId="{50925B17-DBF0-4DD9-AB5C-F0142C421E6A}" dt="2025-11-14T15:16:12.733" v="929"/>
          <ac:spMkLst>
            <pc:docMk/>
            <pc:sldMk cId="1522850905" sldId="774"/>
            <ac:spMk id="20" creationId="{9D5E8599-C60C-46C0-8435-BB6A4CF655D5}"/>
          </ac:spMkLst>
        </pc:spChg>
        <pc:spChg chg="add mod">
          <ac:chgData name="Marion Lacroix" userId="9df64882-6113-4c49-9d2b-3e68714ee988" providerId="ADAL" clId="{50925B17-DBF0-4DD9-AB5C-F0142C421E6A}" dt="2025-11-14T15:19:00.081" v="992"/>
          <ac:spMkLst>
            <pc:docMk/>
            <pc:sldMk cId="1522850905" sldId="774"/>
            <ac:spMk id="21" creationId="{9B5C1AD5-F646-4687-B7E1-0A99057E1598}"/>
          </ac:spMkLst>
        </pc:spChg>
        <pc:spChg chg="add mod">
          <ac:chgData name="Marion Lacroix" userId="9df64882-6113-4c49-9d2b-3e68714ee988" providerId="ADAL" clId="{50925B17-DBF0-4DD9-AB5C-F0142C421E6A}" dt="2025-11-14T15:22:01.855" v="1040" actId="113"/>
          <ac:spMkLst>
            <pc:docMk/>
            <pc:sldMk cId="1522850905" sldId="774"/>
            <ac:spMk id="22" creationId="{0531D660-77F6-49BD-AD88-49BBB6CBD073}"/>
          </ac:spMkLst>
        </pc:spChg>
      </pc:sldChg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568638231" sldId="775"/>
        </pc:sldMkLst>
      </pc:sldChg>
      <pc:sldChg chg="addSp delSp modSp add mod">
        <pc:chgData name="Marion Lacroix" userId="9df64882-6113-4c49-9d2b-3e68714ee988" providerId="ADAL" clId="{50925B17-DBF0-4DD9-AB5C-F0142C421E6A}" dt="2025-11-14T15:22:07.472" v="1043" actId="113"/>
        <pc:sldMkLst>
          <pc:docMk/>
          <pc:sldMk cId="150817860" sldId="776"/>
        </pc:sldMkLst>
        <pc:spChg chg="del">
          <ac:chgData name="Marion Lacroix" userId="9df64882-6113-4c49-9d2b-3e68714ee988" providerId="ADAL" clId="{50925B17-DBF0-4DD9-AB5C-F0142C421E6A}" dt="2025-11-14T15:19:08.023" v="994" actId="478"/>
          <ac:spMkLst>
            <pc:docMk/>
            <pc:sldMk cId="150817860" sldId="776"/>
            <ac:spMk id="4" creationId="{00000000-0000-0000-0000-000000000000}"/>
          </ac:spMkLst>
        </pc:spChg>
        <pc:spChg chg="mod">
          <ac:chgData name="Marion Lacroix" userId="9df64882-6113-4c49-9d2b-3e68714ee988" providerId="ADAL" clId="{50925B17-DBF0-4DD9-AB5C-F0142C421E6A}" dt="2025-11-14T14:39:39.661" v="247" actId="20577"/>
          <ac:spMkLst>
            <pc:docMk/>
            <pc:sldMk cId="150817860" sldId="776"/>
            <ac:spMk id="7" creationId="{41114B76-0EAD-492D-B12C-3059C9651E4E}"/>
          </ac:spMkLst>
        </pc:spChg>
        <pc:spChg chg="add mod">
          <ac:chgData name="Marion Lacroix" userId="9df64882-6113-4c49-9d2b-3e68714ee988" providerId="ADAL" clId="{50925B17-DBF0-4DD9-AB5C-F0142C421E6A}" dt="2025-11-14T15:16:14.102" v="930"/>
          <ac:spMkLst>
            <pc:docMk/>
            <pc:sldMk cId="150817860" sldId="776"/>
            <ac:spMk id="11" creationId="{ADDD59FF-C10E-4D70-94CF-5423E96963FA}"/>
          </ac:spMkLst>
        </pc:spChg>
        <pc:spChg chg="add mod">
          <ac:chgData name="Marion Lacroix" userId="9df64882-6113-4c49-9d2b-3e68714ee988" providerId="ADAL" clId="{50925B17-DBF0-4DD9-AB5C-F0142C421E6A}" dt="2025-11-14T15:19:09.148" v="995"/>
          <ac:spMkLst>
            <pc:docMk/>
            <pc:sldMk cId="150817860" sldId="776"/>
            <ac:spMk id="13" creationId="{C2A77FFB-FA0A-4490-ACDA-DF555C7F618E}"/>
          </ac:spMkLst>
        </pc:spChg>
        <pc:spChg chg="add mod">
          <ac:chgData name="Marion Lacroix" userId="9df64882-6113-4c49-9d2b-3e68714ee988" providerId="ADAL" clId="{50925B17-DBF0-4DD9-AB5C-F0142C421E6A}" dt="2025-11-14T15:22:07.472" v="1043" actId="113"/>
          <ac:spMkLst>
            <pc:docMk/>
            <pc:sldMk cId="150817860" sldId="776"/>
            <ac:spMk id="15" creationId="{D9D6A77B-C90B-4BA5-B67B-E8110E1FB2FD}"/>
          </ac:spMkLst>
        </pc:spChg>
      </pc:sldChg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2361454084" sldId="776"/>
        </pc:sldMkLst>
      </pc:sldChg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3050459992" sldId="777"/>
        </pc:sldMkLst>
      </pc:sldChg>
      <pc:sldChg chg="addSp delSp modSp add mod">
        <pc:chgData name="Marion Lacroix" userId="9df64882-6113-4c49-9d2b-3e68714ee988" providerId="ADAL" clId="{50925B17-DBF0-4DD9-AB5C-F0142C421E6A}" dt="2025-11-14T15:22:14.697" v="1046" actId="113"/>
        <pc:sldMkLst>
          <pc:docMk/>
          <pc:sldMk cId="3209164075" sldId="777"/>
        </pc:sldMkLst>
        <pc:spChg chg="del">
          <ac:chgData name="Marion Lacroix" userId="9df64882-6113-4c49-9d2b-3e68714ee988" providerId="ADAL" clId="{50925B17-DBF0-4DD9-AB5C-F0142C421E6A}" dt="2025-11-14T15:19:12.589" v="996" actId="478"/>
          <ac:spMkLst>
            <pc:docMk/>
            <pc:sldMk cId="3209164075" sldId="777"/>
            <ac:spMk id="4" creationId="{00000000-0000-0000-0000-000000000000}"/>
          </ac:spMkLst>
        </pc:spChg>
        <pc:spChg chg="mod">
          <ac:chgData name="Marion Lacroix" userId="9df64882-6113-4c49-9d2b-3e68714ee988" providerId="ADAL" clId="{50925B17-DBF0-4DD9-AB5C-F0142C421E6A}" dt="2025-11-14T14:54:13.264" v="623" actId="20577"/>
          <ac:spMkLst>
            <pc:docMk/>
            <pc:sldMk cId="3209164075" sldId="777"/>
            <ac:spMk id="7" creationId="{41114B76-0EAD-492D-B12C-3059C9651E4E}"/>
          </ac:spMkLst>
        </pc:spChg>
        <pc:spChg chg="del">
          <ac:chgData name="Marion Lacroix" userId="9df64882-6113-4c49-9d2b-3e68714ee988" providerId="ADAL" clId="{50925B17-DBF0-4DD9-AB5C-F0142C421E6A}" dt="2025-11-14T14:35:19.292" v="87" actId="478"/>
          <ac:spMkLst>
            <pc:docMk/>
            <pc:sldMk cId="3209164075" sldId="777"/>
            <ac:spMk id="13" creationId="{BA0369C6-9D4A-40E2-87F7-710D69EF4982}"/>
          </ac:spMkLst>
        </pc:spChg>
        <pc:spChg chg="add mod">
          <ac:chgData name="Marion Lacroix" userId="9df64882-6113-4c49-9d2b-3e68714ee988" providerId="ADAL" clId="{50925B17-DBF0-4DD9-AB5C-F0142C421E6A}" dt="2025-11-14T14:54:33.703" v="627" actId="1076"/>
          <ac:spMkLst>
            <pc:docMk/>
            <pc:sldMk cId="3209164075" sldId="777"/>
            <ac:spMk id="17" creationId="{C5B0B278-1348-478E-9686-E7D6B8940A23}"/>
          </ac:spMkLst>
        </pc:spChg>
        <pc:spChg chg="add del mod">
          <ac:chgData name="Marion Lacroix" userId="9df64882-6113-4c49-9d2b-3e68714ee988" providerId="ADAL" clId="{50925B17-DBF0-4DD9-AB5C-F0142C421E6A}" dt="2025-11-14T14:38:24.100" v="181" actId="478"/>
          <ac:spMkLst>
            <pc:docMk/>
            <pc:sldMk cId="3209164075" sldId="777"/>
            <ac:spMk id="19" creationId="{DA57E45F-6A15-453E-AE50-F4F1F2A9E376}"/>
          </ac:spMkLst>
        </pc:spChg>
        <pc:spChg chg="add mod">
          <ac:chgData name="Marion Lacroix" userId="9df64882-6113-4c49-9d2b-3e68714ee988" providerId="ADAL" clId="{50925B17-DBF0-4DD9-AB5C-F0142C421E6A}" dt="2025-11-14T15:16:15.557" v="931"/>
          <ac:spMkLst>
            <pc:docMk/>
            <pc:sldMk cId="3209164075" sldId="777"/>
            <ac:spMk id="20" creationId="{9147E123-B256-412F-B3CA-F2CF62229AFA}"/>
          </ac:spMkLst>
        </pc:spChg>
        <pc:spChg chg="add mod">
          <ac:chgData name="Marion Lacroix" userId="9df64882-6113-4c49-9d2b-3e68714ee988" providerId="ADAL" clId="{50925B17-DBF0-4DD9-AB5C-F0142C421E6A}" dt="2025-11-14T15:19:12.843" v="997"/>
          <ac:spMkLst>
            <pc:docMk/>
            <pc:sldMk cId="3209164075" sldId="777"/>
            <ac:spMk id="21" creationId="{A479B797-EC1D-4E90-A497-E9464F94A7BA}"/>
          </ac:spMkLst>
        </pc:spChg>
        <pc:spChg chg="add mod">
          <ac:chgData name="Marion Lacroix" userId="9df64882-6113-4c49-9d2b-3e68714ee988" providerId="ADAL" clId="{50925B17-DBF0-4DD9-AB5C-F0142C421E6A}" dt="2025-11-14T15:22:14.697" v="1046" actId="113"/>
          <ac:spMkLst>
            <pc:docMk/>
            <pc:sldMk cId="3209164075" sldId="777"/>
            <ac:spMk id="22" creationId="{CFCBAEFA-A929-46D9-9807-5BBB4AC45BBA}"/>
          </ac:spMkLst>
        </pc:spChg>
        <pc:picChg chg="mod">
          <ac:chgData name="Marion Lacroix" userId="9df64882-6113-4c49-9d2b-3e68714ee988" providerId="ADAL" clId="{50925B17-DBF0-4DD9-AB5C-F0142C421E6A}" dt="2025-11-14T14:54:24.543" v="624" actId="1076"/>
          <ac:picMkLst>
            <pc:docMk/>
            <pc:sldMk cId="3209164075" sldId="777"/>
            <ac:picMk id="15" creationId="{FFA5B095-A959-4C51-8417-A8B95DB8B4F5}"/>
          </ac:picMkLst>
        </pc:picChg>
        <pc:picChg chg="mod">
          <ac:chgData name="Marion Lacroix" userId="9df64882-6113-4c49-9d2b-3e68714ee988" providerId="ADAL" clId="{50925B17-DBF0-4DD9-AB5C-F0142C421E6A}" dt="2025-11-14T14:54:24.543" v="624" actId="1076"/>
          <ac:picMkLst>
            <pc:docMk/>
            <pc:sldMk cId="3209164075" sldId="777"/>
            <ac:picMk id="16" creationId="{DD8EFCD4-9BC2-41E0-BB9E-EB9913E202BF}"/>
          </ac:picMkLst>
        </pc:picChg>
        <pc:picChg chg="add mod">
          <ac:chgData name="Marion Lacroix" userId="9df64882-6113-4c49-9d2b-3e68714ee988" providerId="ADAL" clId="{50925B17-DBF0-4DD9-AB5C-F0142C421E6A}" dt="2025-11-14T14:54:33.703" v="627" actId="1076"/>
          <ac:picMkLst>
            <pc:docMk/>
            <pc:sldMk cId="3209164075" sldId="777"/>
            <ac:picMk id="18" creationId="{473273D8-4F83-41A1-BAFC-106FD2FEDEB8}"/>
          </ac:picMkLst>
        </pc:picChg>
      </pc:sldChg>
      <pc:sldChg chg="addSp delSp modSp mod ord">
        <pc:chgData name="Marion Lacroix" userId="9df64882-6113-4c49-9d2b-3e68714ee988" providerId="ADAL" clId="{50925B17-DBF0-4DD9-AB5C-F0142C421E6A}" dt="2025-11-14T16:55:52.177" v="1077" actId="14100"/>
        <pc:sldMkLst>
          <pc:docMk/>
          <pc:sldMk cId="3601713197" sldId="778"/>
        </pc:sldMkLst>
        <pc:spChg chg="mod">
          <ac:chgData name="Marion Lacroix" userId="9df64882-6113-4c49-9d2b-3e68714ee988" providerId="ADAL" clId="{50925B17-DBF0-4DD9-AB5C-F0142C421E6A}" dt="2025-11-14T14:41:11.507" v="253" actId="207"/>
          <ac:spMkLst>
            <pc:docMk/>
            <pc:sldMk cId="3601713197" sldId="778"/>
            <ac:spMk id="6" creationId="{00000000-0000-0000-0000-000000000000}"/>
          </ac:spMkLst>
        </pc:spChg>
        <pc:spChg chg="add mod ord">
          <ac:chgData name="Marion Lacroix" userId="9df64882-6113-4c49-9d2b-3e68714ee988" providerId="ADAL" clId="{50925B17-DBF0-4DD9-AB5C-F0142C421E6A}" dt="2025-11-14T16:55:47.343" v="1075" actId="167"/>
          <ac:spMkLst>
            <pc:docMk/>
            <pc:sldMk cId="3601713197" sldId="778"/>
            <ac:spMk id="20" creationId="{81D4F6B9-F858-4519-8D4C-063D756504E4}"/>
          </ac:spMkLst>
        </pc:spChg>
        <pc:picChg chg="del">
          <ac:chgData name="Marion Lacroix" userId="9df64882-6113-4c49-9d2b-3e68714ee988" providerId="ADAL" clId="{50925B17-DBF0-4DD9-AB5C-F0142C421E6A}" dt="2025-11-14T16:55:26.607" v="1067" actId="478"/>
          <ac:picMkLst>
            <pc:docMk/>
            <pc:sldMk cId="3601713197" sldId="778"/>
            <ac:picMk id="4" creationId="{7C8BCD97-9F6D-4AAF-B243-ACDF4EC3C8DF}"/>
          </ac:picMkLst>
        </pc:picChg>
        <pc:picChg chg="add mod">
          <ac:chgData name="Marion Lacroix" userId="9df64882-6113-4c49-9d2b-3e68714ee988" providerId="ADAL" clId="{50925B17-DBF0-4DD9-AB5C-F0142C421E6A}" dt="2025-11-14T16:55:52.177" v="1077" actId="14100"/>
          <ac:picMkLst>
            <pc:docMk/>
            <pc:sldMk cId="3601713197" sldId="778"/>
            <ac:picMk id="19" creationId="{15A9D933-5A52-49DE-9C4A-9BF3DAB50D5B}"/>
          </ac:picMkLst>
        </pc:picChg>
      </pc:sldChg>
      <pc:sldChg chg="del">
        <pc:chgData name="Marion Lacroix" userId="9df64882-6113-4c49-9d2b-3e68714ee988" providerId="ADAL" clId="{50925B17-DBF0-4DD9-AB5C-F0142C421E6A}" dt="2025-11-14T14:33:30.280" v="67" actId="47"/>
        <pc:sldMkLst>
          <pc:docMk/>
          <pc:sldMk cId="2402705433" sldId="779"/>
        </pc:sldMkLst>
      </pc:sldChg>
      <pc:sldChg chg="modSp del mod">
        <pc:chgData name="Marion Lacroix" userId="9df64882-6113-4c49-9d2b-3e68714ee988" providerId="ADAL" clId="{50925B17-DBF0-4DD9-AB5C-F0142C421E6A}" dt="2025-11-14T14:43:13.049" v="282" actId="47"/>
        <pc:sldMkLst>
          <pc:docMk/>
          <pc:sldMk cId="3542580256" sldId="780"/>
        </pc:sldMkLst>
        <pc:spChg chg="mod">
          <ac:chgData name="Marion Lacroix" userId="9df64882-6113-4c49-9d2b-3e68714ee988" providerId="ADAL" clId="{50925B17-DBF0-4DD9-AB5C-F0142C421E6A}" dt="2025-11-14T14:35:26.765" v="88" actId="14100"/>
          <ac:spMkLst>
            <pc:docMk/>
            <pc:sldMk cId="3542580256" sldId="780"/>
            <ac:spMk id="9" creationId="{649CAF71-85BB-E46B-C9EF-3972E4D631E0}"/>
          </ac:spMkLst>
        </pc:spChg>
        <pc:picChg chg="mod">
          <ac:chgData name="Marion Lacroix" userId="9df64882-6113-4c49-9d2b-3e68714ee988" providerId="ADAL" clId="{50925B17-DBF0-4DD9-AB5C-F0142C421E6A}" dt="2025-11-14T14:37:10.575" v="131" actId="1076"/>
          <ac:picMkLst>
            <pc:docMk/>
            <pc:sldMk cId="3542580256" sldId="780"/>
            <ac:picMk id="4" creationId="{21876233-8D86-460E-BFBC-7E4E3B94B4A0}"/>
          </ac:picMkLst>
        </pc:picChg>
      </pc:sldChg>
      <pc:sldChg chg="modSp add del mod">
        <pc:chgData name="Marion Lacroix" userId="9df64882-6113-4c49-9d2b-3e68714ee988" providerId="ADAL" clId="{50925B17-DBF0-4DD9-AB5C-F0142C421E6A}" dt="2025-11-14T14:52:34.402" v="588" actId="47"/>
        <pc:sldMkLst>
          <pc:docMk/>
          <pc:sldMk cId="2839691219" sldId="781"/>
        </pc:sldMkLst>
        <pc:spChg chg="mod">
          <ac:chgData name="Marion Lacroix" userId="9df64882-6113-4c49-9d2b-3e68714ee988" providerId="ADAL" clId="{50925B17-DBF0-4DD9-AB5C-F0142C421E6A}" dt="2025-11-14T14:43:28.073" v="284"/>
          <ac:spMkLst>
            <pc:docMk/>
            <pc:sldMk cId="2839691219" sldId="781"/>
            <ac:spMk id="2" creationId="{D2914144-4E5E-4757-976A-35690A828941}"/>
          </ac:spMkLst>
        </pc:spChg>
        <pc:spChg chg="mod">
          <ac:chgData name="Marion Lacroix" userId="9df64882-6113-4c49-9d2b-3e68714ee988" providerId="ADAL" clId="{50925B17-DBF0-4DD9-AB5C-F0142C421E6A}" dt="2025-11-14T14:44:07.644" v="305" actId="20577"/>
          <ac:spMkLst>
            <pc:docMk/>
            <pc:sldMk cId="2839691219" sldId="781"/>
            <ac:spMk id="3" creationId="{BE34F1E9-E0B0-4D42-8B7D-D8AAF906B584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17:41.146" v="977" actId="478"/>
        <pc:sldMkLst>
          <pc:docMk/>
          <pc:sldMk cId="2336140454" sldId="782"/>
        </pc:sldMkLst>
        <pc:spChg chg="del">
          <ac:chgData name="Marion Lacroix" userId="9df64882-6113-4c49-9d2b-3e68714ee988" providerId="ADAL" clId="{50925B17-DBF0-4DD9-AB5C-F0142C421E6A}" dt="2025-11-14T15:17:41.146" v="977" actId="478"/>
          <ac:spMkLst>
            <pc:docMk/>
            <pc:sldMk cId="2336140454" sldId="782"/>
            <ac:spMk id="2" creationId="{4BA38D45-0A2C-4043-842D-699F7C544D98}"/>
          </ac:spMkLst>
        </pc:spChg>
        <pc:spChg chg="del">
          <ac:chgData name="Marion Lacroix" userId="9df64882-6113-4c49-9d2b-3e68714ee988" providerId="ADAL" clId="{50925B17-DBF0-4DD9-AB5C-F0142C421E6A}" dt="2025-11-14T15:17:32.848" v="975" actId="478"/>
          <ac:spMkLst>
            <pc:docMk/>
            <pc:sldMk cId="2336140454" sldId="782"/>
            <ac:spMk id="7" creationId="{00000000-0000-0000-0000-000000000000}"/>
          </ac:spMkLst>
        </pc:spChg>
        <pc:spChg chg="del">
          <ac:chgData name="Marion Lacroix" userId="9df64882-6113-4c49-9d2b-3e68714ee988" providerId="ADAL" clId="{50925B17-DBF0-4DD9-AB5C-F0142C421E6A}" dt="2025-11-14T15:17:38.995" v="976" actId="478"/>
          <ac:spMkLst>
            <pc:docMk/>
            <pc:sldMk cId="2336140454" sldId="782"/>
            <ac:spMk id="8" creationId="{00000000-0000-0000-0000-000000000000}"/>
          </ac:spMkLst>
        </pc:spChg>
        <pc:spChg chg="add mod ord">
          <ac:chgData name="Marion Lacroix" userId="9df64882-6113-4c49-9d2b-3e68714ee988" providerId="ADAL" clId="{50925B17-DBF0-4DD9-AB5C-F0142C421E6A}" dt="2025-11-14T14:32:53.017" v="64" actId="171"/>
          <ac:spMkLst>
            <pc:docMk/>
            <pc:sldMk cId="2336140454" sldId="782"/>
            <ac:spMk id="9" creationId="{064A21B9-D2B4-49C3-B39A-984967DE242D}"/>
          </ac:spMkLst>
        </pc:spChg>
        <pc:spChg chg="add mod">
          <ac:chgData name="Marion Lacroix" userId="9df64882-6113-4c49-9d2b-3e68714ee988" providerId="ADAL" clId="{50925B17-DBF0-4DD9-AB5C-F0142C421E6A}" dt="2025-11-14T15:16:05.848" v="925"/>
          <ac:spMkLst>
            <pc:docMk/>
            <pc:sldMk cId="2336140454" sldId="782"/>
            <ac:spMk id="10" creationId="{E202880A-E9CF-4E9D-8B29-5DB98A7B5984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2:22.545" v="1049" actId="113"/>
        <pc:sldMkLst>
          <pc:docMk/>
          <pc:sldMk cId="314572523" sldId="783"/>
        </pc:sldMkLst>
        <pc:spChg chg="del">
          <ac:chgData name="Marion Lacroix" userId="9df64882-6113-4c49-9d2b-3e68714ee988" providerId="ADAL" clId="{50925B17-DBF0-4DD9-AB5C-F0142C421E6A}" dt="2025-11-14T15:19:17.827" v="998" actId="478"/>
          <ac:spMkLst>
            <pc:docMk/>
            <pc:sldMk cId="314572523" sldId="783"/>
            <ac:spMk id="4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16:16.924" v="932"/>
          <ac:spMkLst>
            <pc:docMk/>
            <pc:sldMk cId="314572523" sldId="783"/>
            <ac:spMk id="15" creationId="{6D4040AD-2685-4A47-B6EC-3D8C9141D9ED}"/>
          </ac:spMkLst>
        </pc:spChg>
        <pc:spChg chg="add mod">
          <ac:chgData name="Marion Lacroix" userId="9df64882-6113-4c49-9d2b-3e68714ee988" providerId="ADAL" clId="{50925B17-DBF0-4DD9-AB5C-F0142C421E6A}" dt="2025-11-14T15:19:18.104" v="999"/>
          <ac:spMkLst>
            <pc:docMk/>
            <pc:sldMk cId="314572523" sldId="783"/>
            <ac:spMk id="24" creationId="{37A8D7EB-3FA8-4D1E-84E2-64CF7DAD6659}"/>
          </ac:spMkLst>
        </pc:spChg>
        <pc:spChg chg="add mod">
          <ac:chgData name="Marion Lacroix" userId="9df64882-6113-4c49-9d2b-3e68714ee988" providerId="ADAL" clId="{50925B17-DBF0-4DD9-AB5C-F0142C421E6A}" dt="2025-11-14T15:22:22.545" v="1049" actId="113"/>
          <ac:spMkLst>
            <pc:docMk/>
            <pc:sldMk cId="314572523" sldId="783"/>
            <ac:spMk id="25" creationId="{C01EF03E-82CD-4601-8D32-ECA15D836566}"/>
          </ac:spMkLst>
        </pc:spChg>
      </pc:sldChg>
      <pc:sldChg chg="addSp delSp modSp add mod modAnim">
        <pc:chgData name="Marion Lacroix" userId="9df64882-6113-4c49-9d2b-3e68714ee988" providerId="ADAL" clId="{50925B17-DBF0-4DD9-AB5C-F0142C421E6A}" dt="2025-11-14T15:22:45.339" v="1058" actId="113"/>
        <pc:sldMkLst>
          <pc:docMk/>
          <pc:sldMk cId="3881652381" sldId="784"/>
        </pc:sldMkLst>
        <pc:spChg chg="mod">
          <ac:chgData name="Marion Lacroix" userId="9df64882-6113-4c49-9d2b-3e68714ee988" providerId="ADAL" clId="{50925B17-DBF0-4DD9-AB5C-F0142C421E6A}" dt="2025-11-14T14:47:40.684" v="532" actId="20577"/>
          <ac:spMkLst>
            <pc:docMk/>
            <pc:sldMk cId="3881652381" sldId="784"/>
            <ac:spMk id="3" creationId="{BE34F1E9-E0B0-4D42-8B7D-D8AAF906B584}"/>
          </ac:spMkLst>
        </pc:spChg>
        <pc:spChg chg="del">
          <ac:chgData name="Marion Lacroix" userId="9df64882-6113-4c49-9d2b-3e68714ee988" providerId="ADAL" clId="{50925B17-DBF0-4DD9-AB5C-F0142C421E6A}" dt="2025-11-14T15:19:42.454" v="1008" actId="478"/>
          <ac:spMkLst>
            <pc:docMk/>
            <pc:sldMk cId="3881652381" sldId="784"/>
            <ac:spMk id="4" creationId="{C465A94C-A29D-49E0-AD1A-F280953E436B}"/>
          </ac:spMkLst>
        </pc:spChg>
        <pc:spChg chg="add mod">
          <ac:chgData name="Marion Lacroix" userId="9df64882-6113-4c49-9d2b-3e68714ee988" providerId="ADAL" clId="{50925B17-DBF0-4DD9-AB5C-F0142C421E6A}" dt="2025-11-14T14:51:10.394" v="580" actId="207"/>
          <ac:spMkLst>
            <pc:docMk/>
            <pc:sldMk cId="3881652381" sldId="784"/>
            <ac:spMk id="33" creationId="{340C3249-79FA-41A9-A911-7BA976AB399C}"/>
          </ac:spMkLst>
        </pc:spChg>
        <pc:spChg chg="add mod">
          <ac:chgData name="Marion Lacroix" userId="9df64882-6113-4c49-9d2b-3e68714ee988" providerId="ADAL" clId="{50925B17-DBF0-4DD9-AB5C-F0142C421E6A}" dt="2025-11-14T14:51:31.660" v="585" actId="208"/>
          <ac:spMkLst>
            <pc:docMk/>
            <pc:sldMk cId="3881652381" sldId="784"/>
            <ac:spMk id="34" creationId="{735C1D7D-4D9F-4E62-9837-25C5048ACDF7}"/>
          </ac:spMkLst>
        </pc:spChg>
        <pc:spChg chg="add mod">
          <ac:chgData name="Marion Lacroix" userId="9df64882-6113-4c49-9d2b-3e68714ee988" providerId="ADAL" clId="{50925B17-DBF0-4DD9-AB5C-F0142C421E6A}" dt="2025-11-14T15:16:46.701" v="959"/>
          <ac:spMkLst>
            <pc:docMk/>
            <pc:sldMk cId="3881652381" sldId="784"/>
            <ac:spMk id="35" creationId="{47B6F8C0-58CA-451C-9C07-17B5811C8CE2}"/>
          </ac:spMkLst>
        </pc:spChg>
        <pc:spChg chg="add mod">
          <ac:chgData name="Marion Lacroix" userId="9df64882-6113-4c49-9d2b-3e68714ee988" providerId="ADAL" clId="{50925B17-DBF0-4DD9-AB5C-F0142C421E6A}" dt="2025-11-14T15:19:42.771" v="1009"/>
          <ac:spMkLst>
            <pc:docMk/>
            <pc:sldMk cId="3881652381" sldId="784"/>
            <ac:spMk id="37" creationId="{6EC22DE7-352B-4832-A909-B025C6207A40}"/>
          </ac:spMkLst>
        </pc:spChg>
        <pc:spChg chg="add mod">
          <ac:chgData name="Marion Lacroix" userId="9df64882-6113-4c49-9d2b-3e68714ee988" providerId="ADAL" clId="{50925B17-DBF0-4DD9-AB5C-F0142C421E6A}" dt="2025-11-14T15:22:45.339" v="1058" actId="113"/>
          <ac:spMkLst>
            <pc:docMk/>
            <pc:sldMk cId="3881652381" sldId="784"/>
            <ac:spMk id="38" creationId="{1C05F4BB-4BFD-4DBB-9AEF-C5031034515D}"/>
          </ac:spMkLst>
        </pc:spChg>
        <pc:picChg chg="mod">
          <ac:chgData name="Marion Lacroix" userId="9df64882-6113-4c49-9d2b-3e68714ee988" providerId="ADAL" clId="{50925B17-DBF0-4DD9-AB5C-F0142C421E6A}" dt="2025-11-14T14:48:19.003" v="543" actId="1076"/>
          <ac:picMkLst>
            <pc:docMk/>
            <pc:sldMk cId="3881652381" sldId="784"/>
            <ac:picMk id="7" creationId="{427B8787-529B-4DBD-8C14-94ED537BD066}"/>
          </ac:picMkLst>
        </pc:picChg>
        <pc:picChg chg="add mod">
          <ac:chgData name="Marion Lacroix" userId="9df64882-6113-4c49-9d2b-3e68714ee988" providerId="ADAL" clId="{50925B17-DBF0-4DD9-AB5C-F0142C421E6A}" dt="2025-11-14T14:51:17.602" v="583" actId="1076"/>
          <ac:picMkLst>
            <pc:docMk/>
            <pc:sldMk cId="3881652381" sldId="784"/>
            <ac:picMk id="8" creationId="{3D4EE40C-6500-4315-97D3-91DA2331706D}"/>
          </ac:picMkLst>
        </pc:picChg>
        <pc:cxnChg chg="add mod">
          <ac:chgData name="Marion Lacroix" userId="9df64882-6113-4c49-9d2b-3e68714ee988" providerId="ADAL" clId="{50925B17-DBF0-4DD9-AB5C-F0142C421E6A}" dt="2025-11-14T14:51:17.602" v="583" actId="1076"/>
          <ac:cxnSpMkLst>
            <pc:docMk/>
            <pc:sldMk cId="3881652381" sldId="784"/>
            <ac:cxnSpMk id="9" creationId="{0979C447-8465-4500-BD2A-73A7B4E03317}"/>
          </ac:cxnSpMkLst>
        </pc:cxnChg>
        <pc:cxnChg chg="add mod">
          <ac:chgData name="Marion Lacroix" userId="9df64882-6113-4c49-9d2b-3e68714ee988" providerId="ADAL" clId="{50925B17-DBF0-4DD9-AB5C-F0142C421E6A}" dt="2025-11-14T14:50:40.549" v="574" actId="1582"/>
          <ac:cxnSpMkLst>
            <pc:docMk/>
            <pc:sldMk cId="3881652381" sldId="784"/>
            <ac:cxnSpMk id="10" creationId="{455DE883-1EE2-4231-80E2-4665ACB46884}"/>
          </ac:cxnSpMkLst>
        </pc:cxnChg>
        <pc:cxnChg chg="add mod">
          <ac:chgData name="Marion Lacroix" userId="9df64882-6113-4c49-9d2b-3e68714ee988" providerId="ADAL" clId="{50925B17-DBF0-4DD9-AB5C-F0142C421E6A}" dt="2025-11-14T14:50:40.549" v="574" actId="1582"/>
          <ac:cxnSpMkLst>
            <pc:docMk/>
            <pc:sldMk cId="3881652381" sldId="784"/>
            <ac:cxnSpMk id="13" creationId="{31FD90BB-AAC8-4A04-92E6-23DA9915E89C}"/>
          </ac:cxnSpMkLst>
        </pc:cxnChg>
        <pc:cxnChg chg="add mod">
          <ac:chgData name="Marion Lacroix" userId="9df64882-6113-4c49-9d2b-3e68714ee988" providerId="ADAL" clId="{50925B17-DBF0-4DD9-AB5C-F0142C421E6A}" dt="2025-11-14T14:50:40.549" v="574" actId="1582"/>
          <ac:cxnSpMkLst>
            <pc:docMk/>
            <pc:sldMk cId="3881652381" sldId="784"/>
            <ac:cxnSpMk id="16" creationId="{8E9BF77F-2226-4DC1-8F23-D40F4632BD03}"/>
          </ac:cxnSpMkLst>
        </pc:cxnChg>
        <pc:cxnChg chg="add mod">
          <ac:chgData name="Marion Lacroix" userId="9df64882-6113-4c49-9d2b-3e68714ee988" providerId="ADAL" clId="{50925B17-DBF0-4DD9-AB5C-F0142C421E6A}" dt="2025-11-14T14:50:54.941" v="576" actId="1582"/>
          <ac:cxnSpMkLst>
            <pc:docMk/>
            <pc:sldMk cId="3881652381" sldId="784"/>
            <ac:cxnSpMk id="19" creationId="{1C7B80CF-186A-4AD2-9DA4-51AFCC049EA8}"/>
          </ac:cxnSpMkLst>
        </pc:cxnChg>
        <pc:cxnChg chg="add mod">
          <ac:chgData name="Marion Lacroix" userId="9df64882-6113-4c49-9d2b-3e68714ee988" providerId="ADAL" clId="{50925B17-DBF0-4DD9-AB5C-F0142C421E6A}" dt="2025-11-14T14:50:54.941" v="576" actId="1582"/>
          <ac:cxnSpMkLst>
            <pc:docMk/>
            <pc:sldMk cId="3881652381" sldId="784"/>
            <ac:cxnSpMk id="22" creationId="{DF193F05-9A5B-4C65-9265-638A2880B8BC}"/>
          </ac:cxnSpMkLst>
        </pc:cxnChg>
      </pc:sldChg>
      <pc:sldChg chg="addSp delSp modSp add mod">
        <pc:chgData name="Marion Lacroix" userId="9df64882-6113-4c49-9d2b-3e68714ee988" providerId="ADAL" clId="{50925B17-DBF0-4DD9-AB5C-F0142C421E6A}" dt="2025-11-14T15:22:36.548" v="1055" actId="113"/>
        <pc:sldMkLst>
          <pc:docMk/>
          <pc:sldMk cId="3948314181" sldId="785"/>
        </pc:sldMkLst>
        <pc:spChg chg="del">
          <ac:chgData name="Marion Lacroix" userId="9df64882-6113-4c49-9d2b-3e68714ee988" providerId="ADAL" clId="{50925B17-DBF0-4DD9-AB5C-F0142C421E6A}" dt="2025-11-14T15:19:27.374" v="1002" actId="478"/>
          <ac:spMkLst>
            <pc:docMk/>
            <pc:sldMk cId="3948314181" sldId="785"/>
            <ac:spMk id="4" creationId="{C465A94C-A29D-49E0-AD1A-F280953E436B}"/>
          </ac:spMkLst>
        </pc:spChg>
        <pc:spChg chg="add mod">
          <ac:chgData name="Marion Lacroix" userId="9df64882-6113-4c49-9d2b-3e68714ee988" providerId="ADAL" clId="{50925B17-DBF0-4DD9-AB5C-F0142C421E6A}" dt="2025-11-14T15:16:43.462" v="957"/>
          <ac:spMkLst>
            <pc:docMk/>
            <pc:sldMk cId="3948314181" sldId="785"/>
            <ac:spMk id="11" creationId="{C14BE73E-3719-419B-A08A-CA7E96937490}"/>
          </ac:spMkLst>
        </pc:spChg>
        <pc:spChg chg="add mod">
          <ac:chgData name="Marion Lacroix" userId="9df64882-6113-4c49-9d2b-3e68714ee988" providerId="ADAL" clId="{50925B17-DBF0-4DD9-AB5C-F0142C421E6A}" dt="2025-11-14T15:19:27.763" v="1003"/>
          <ac:spMkLst>
            <pc:docMk/>
            <pc:sldMk cId="3948314181" sldId="785"/>
            <ac:spMk id="13" creationId="{146FD404-BF76-4E78-875E-7E06D0BAFB5C}"/>
          </ac:spMkLst>
        </pc:spChg>
        <pc:spChg chg="add mod">
          <ac:chgData name="Marion Lacroix" userId="9df64882-6113-4c49-9d2b-3e68714ee988" providerId="ADAL" clId="{50925B17-DBF0-4DD9-AB5C-F0142C421E6A}" dt="2025-11-14T15:22:36.548" v="1055" actId="113"/>
          <ac:spMkLst>
            <pc:docMk/>
            <pc:sldMk cId="3948314181" sldId="785"/>
            <ac:spMk id="14" creationId="{F0F73F4B-49BE-420F-922E-E1462DB63385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0:34.651" v="1025"/>
        <pc:sldMkLst>
          <pc:docMk/>
          <pc:sldMk cId="964159493" sldId="786"/>
        </pc:sldMkLst>
        <pc:spChg chg="del">
          <ac:chgData name="Marion Lacroix" userId="9df64882-6113-4c49-9d2b-3e68714ee988" providerId="ADAL" clId="{50925B17-DBF0-4DD9-AB5C-F0142C421E6A}" dt="2025-11-14T15:19:35.018" v="1005" actId="478"/>
          <ac:spMkLst>
            <pc:docMk/>
            <pc:sldMk cId="964159493" sldId="786"/>
            <ac:spMk id="2" creationId="{2AAE5965-B16C-41CC-8A6A-05A28C5CCF11}"/>
          </ac:spMkLst>
        </pc:spChg>
        <pc:spChg chg="del">
          <ac:chgData name="Marion Lacroix" userId="9df64882-6113-4c49-9d2b-3e68714ee988" providerId="ADAL" clId="{50925B17-DBF0-4DD9-AB5C-F0142C421E6A}" dt="2025-11-14T15:19:31.612" v="1004" actId="478"/>
          <ac:spMkLst>
            <pc:docMk/>
            <pc:sldMk cId="964159493" sldId="786"/>
            <ac:spMk id="7" creationId="{00000000-0000-0000-0000-000000000000}"/>
          </ac:spMkLst>
        </pc:spChg>
        <pc:spChg chg="del">
          <ac:chgData name="Marion Lacroix" userId="9df64882-6113-4c49-9d2b-3e68714ee988" providerId="ADAL" clId="{50925B17-DBF0-4DD9-AB5C-F0142C421E6A}" dt="2025-11-14T15:19:37.825" v="1006" actId="478"/>
          <ac:spMkLst>
            <pc:docMk/>
            <pc:sldMk cId="964159493" sldId="786"/>
            <ac:spMk id="8" creationId="{00000000-0000-0000-0000-000000000000}"/>
          </ac:spMkLst>
        </pc:spChg>
        <pc:spChg chg="add mod ord">
          <ac:chgData name="Marion Lacroix" userId="9df64882-6113-4c49-9d2b-3e68714ee988" providerId="ADAL" clId="{50925B17-DBF0-4DD9-AB5C-F0142C421E6A}" dt="2025-11-14T14:42:22.754" v="278" actId="171"/>
          <ac:spMkLst>
            <pc:docMk/>
            <pc:sldMk cId="964159493" sldId="786"/>
            <ac:spMk id="9" creationId="{4AF57F93-E69D-4EDF-91CF-48FB63F3C4F3}"/>
          </ac:spMkLst>
        </pc:spChg>
        <pc:spChg chg="add mod">
          <ac:chgData name="Marion Lacroix" userId="9df64882-6113-4c49-9d2b-3e68714ee988" providerId="ADAL" clId="{50925B17-DBF0-4DD9-AB5C-F0142C421E6A}" dt="2025-11-14T15:16:44.567" v="958"/>
          <ac:spMkLst>
            <pc:docMk/>
            <pc:sldMk cId="964159493" sldId="786"/>
            <ac:spMk id="11" creationId="{E3EC4344-ED5F-4153-9098-753293F1ACFD}"/>
          </ac:spMkLst>
        </pc:spChg>
        <pc:spChg chg="add mod">
          <ac:chgData name="Marion Lacroix" userId="9df64882-6113-4c49-9d2b-3e68714ee988" providerId="ADAL" clId="{50925B17-DBF0-4DD9-AB5C-F0142C421E6A}" dt="2025-11-14T15:19:38.199" v="1007"/>
          <ac:spMkLst>
            <pc:docMk/>
            <pc:sldMk cId="964159493" sldId="786"/>
            <ac:spMk id="12" creationId="{623E21CF-B18D-44E1-8F5E-0AAC17F48BBC}"/>
          </ac:spMkLst>
        </pc:spChg>
        <pc:spChg chg="add mod">
          <ac:chgData name="Marion Lacroix" userId="9df64882-6113-4c49-9d2b-3e68714ee988" providerId="ADAL" clId="{50925B17-DBF0-4DD9-AB5C-F0142C421E6A}" dt="2025-11-14T15:20:34.651" v="1025"/>
          <ac:spMkLst>
            <pc:docMk/>
            <pc:sldMk cId="964159493" sldId="786"/>
            <ac:spMk id="13" creationId="{E0970369-BF12-4FAF-965E-C60F2791F03B}"/>
          </ac:spMkLst>
        </pc:spChg>
      </pc:sldChg>
      <pc:sldChg chg="addSp delSp modSp add mod modAnim">
        <pc:chgData name="Marion Lacroix" userId="9df64882-6113-4c49-9d2b-3e68714ee988" providerId="ADAL" clId="{50925B17-DBF0-4DD9-AB5C-F0142C421E6A}" dt="2025-11-14T15:22:54.808" v="1061" actId="113"/>
        <pc:sldMkLst>
          <pc:docMk/>
          <pc:sldMk cId="1714616760" sldId="787"/>
        </pc:sldMkLst>
        <pc:spChg chg="mod">
          <ac:chgData name="Marion Lacroix" userId="9df64882-6113-4c49-9d2b-3e68714ee988" providerId="ADAL" clId="{50925B17-DBF0-4DD9-AB5C-F0142C421E6A}" dt="2025-11-14T15:04:53.512" v="712" actId="113"/>
          <ac:spMkLst>
            <pc:docMk/>
            <pc:sldMk cId="1714616760" sldId="787"/>
            <ac:spMk id="2" creationId="{D2914144-4E5E-4757-976A-35690A828941}"/>
          </ac:spMkLst>
        </pc:spChg>
        <pc:spChg chg="del">
          <ac:chgData name="Marion Lacroix" userId="9df64882-6113-4c49-9d2b-3e68714ee988" providerId="ADAL" clId="{50925B17-DBF0-4DD9-AB5C-F0142C421E6A}" dt="2025-11-14T14:56:31.639" v="642" actId="478"/>
          <ac:spMkLst>
            <pc:docMk/>
            <pc:sldMk cId="1714616760" sldId="787"/>
            <ac:spMk id="3" creationId="{BE34F1E9-E0B0-4D42-8B7D-D8AAF906B584}"/>
          </ac:spMkLst>
        </pc:spChg>
        <pc:spChg chg="del mod">
          <ac:chgData name="Marion Lacroix" userId="9df64882-6113-4c49-9d2b-3e68714ee988" providerId="ADAL" clId="{50925B17-DBF0-4DD9-AB5C-F0142C421E6A}" dt="2025-11-14T15:19:46.836" v="1010" actId="478"/>
          <ac:spMkLst>
            <pc:docMk/>
            <pc:sldMk cId="1714616760" sldId="787"/>
            <ac:spMk id="4" creationId="{C465A94C-A29D-49E0-AD1A-F280953E436B}"/>
          </ac:spMkLst>
        </pc:spChg>
        <pc:spChg chg="add del mod">
          <ac:chgData name="Marion Lacroix" userId="9df64882-6113-4c49-9d2b-3e68714ee988" providerId="ADAL" clId="{50925B17-DBF0-4DD9-AB5C-F0142C421E6A}" dt="2025-11-14T14:56:35.750" v="644" actId="478"/>
          <ac:spMkLst>
            <pc:docMk/>
            <pc:sldMk cId="1714616760" sldId="787"/>
            <ac:spMk id="11" creationId="{036323D4-3CD5-4701-9C0F-BB93793A4C4A}"/>
          </ac:spMkLst>
        </pc:spChg>
        <pc:spChg chg="add mod">
          <ac:chgData name="Marion Lacroix" userId="9df64882-6113-4c49-9d2b-3e68714ee988" providerId="ADAL" clId="{50925B17-DBF0-4DD9-AB5C-F0142C421E6A}" dt="2025-11-14T15:15:38.430" v="923" actId="12788"/>
          <ac:spMkLst>
            <pc:docMk/>
            <pc:sldMk cId="1714616760" sldId="787"/>
            <ac:spMk id="20" creationId="{E7991794-4071-4EC0-B0D0-EF78A599BD2A}"/>
          </ac:spMkLst>
        </pc:spChg>
        <pc:spChg chg="add mod">
          <ac:chgData name="Marion Lacroix" userId="9df64882-6113-4c49-9d2b-3e68714ee988" providerId="ADAL" clId="{50925B17-DBF0-4DD9-AB5C-F0142C421E6A}" dt="2025-11-14T15:16:48.764" v="960"/>
          <ac:spMkLst>
            <pc:docMk/>
            <pc:sldMk cId="1714616760" sldId="787"/>
            <ac:spMk id="26" creationId="{EB106411-2B65-4B85-883B-E4EA1149DED7}"/>
          </ac:spMkLst>
        </pc:spChg>
        <pc:spChg chg="add mod">
          <ac:chgData name="Marion Lacroix" userId="9df64882-6113-4c49-9d2b-3e68714ee988" providerId="ADAL" clId="{50925B17-DBF0-4DD9-AB5C-F0142C421E6A}" dt="2025-11-14T15:19:47.137" v="1011"/>
          <ac:spMkLst>
            <pc:docMk/>
            <pc:sldMk cId="1714616760" sldId="787"/>
            <ac:spMk id="28" creationId="{6F36AE28-1FF9-41D4-B654-E3F9790BE12E}"/>
          </ac:spMkLst>
        </pc:spChg>
        <pc:spChg chg="add mod">
          <ac:chgData name="Marion Lacroix" userId="9df64882-6113-4c49-9d2b-3e68714ee988" providerId="ADAL" clId="{50925B17-DBF0-4DD9-AB5C-F0142C421E6A}" dt="2025-11-14T15:22:54.808" v="1061" actId="113"/>
          <ac:spMkLst>
            <pc:docMk/>
            <pc:sldMk cId="1714616760" sldId="787"/>
            <ac:spMk id="29" creationId="{3CDB60FF-2293-45B8-90AE-58A86C832B44}"/>
          </ac:spMkLst>
        </pc:spChg>
        <pc:spChg chg="del">
          <ac:chgData name="Marion Lacroix" userId="9df64882-6113-4c49-9d2b-3e68714ee988" providerId="ADAL" clId="{50925B17-DBF0-4DD9-AB5C-F0142C421E6A}" dt="2025-11-14T14:56:33.886" v="643" actId="478"/>
          <ac:spMkLst>
            <pc:docMk/>
            <pc:sldMk cId="1714616760" sldId="787"/>
            <ac:spMk id="33" creationId="{340C3249-79FA-41A9-A911-7BA976AB399C}"/>
          </ac:spMkLst>
        </pc:spChg>
        <pc:spChg chg="del">
          <ac:chgData name="Marion Lacroix" userId="9df64882-6113-4c49-9d2b-3e68714ee988" providerId="ADAL" clId="{50925B17-DBF0-4DD9-AB5C-F0142C421E6A}" dt="2025-11-14T14:56:33.886" v="643" actId="478"/>
          <ac:spMkLst>
            <pc:docMk/>
            <pc:sldMk cId="1714616760" sldId="787"/>
            <ac:spMk id="34" creationId="{735C1D7D-4D9F-4E62-9837-25C5048ACDF7}"/>
          </ac:spMkLst>
        </pc:spChg>
        <pc:graphicFrameChg chg="add del mod modGraphic">
          <ac:chgData name="Marion Lacroix" userId="9df64882-6113-4c49-9d2b-3e68714ee988" providerId="ADAL" clId="{50925B17-DBF0-4DD9-AB5C-F0142C421E6A}" dt="2025-11-14T15:01:02.381" v="649" actId="478"/>
          <ac:graphicFrameMkLst>
            <pc:docMk/>
            <pc:sldMk cId="1714616760" sldId="787"/>
            <ac:graphicFrameMk id="12" creationId="{F7F991D6-B924-4B75-902C-D306E2668C13}"/>
          </ac:graphicFrameMkLst>
        </pc:graphicFrameChg>
        <pc:graphicFrameChg chg="add mod modGraphic">
          <ac:chgData name="Marion Lacroix" userId="9df64882-6113-4c49-9d2b-3e68714ee988" providerId="ADAL" clId="{50925B17-DBF0-4DD9-AB5C-F0142C421E6A}" dt="2025-11-14T15:09:25.632" v="898" actId="12788"/>
          <ac:graphicFrameMkLst>
            <pc:docMk/>
            <pc:sldMk cId="1714616760" sldId="787"/>
            <ac:graphicFrameMk id="14" creationId="{F4303A7B-4028-4734-8ECA-ACD667C4C0C6}"/>
          </ac:graphicFrameMkLst>
        </pc:graphicFrameChg>
        <pc:picChg chg="mod">
          <ac:chgData name="Marion Lacroix" userId="9df64882-6113-4c49-9d2b-3e68714ee988" providerId="ADAL" clId="{50925B17-DBF0-4DD9-AB5C-F0142C421E6A}" dt="2025-11-14T15:04:53.512" v="712" actId="113"/>
          <ac:picMkLst>
            <pc:docMk/>
            <pc:sldMk cId="1714616760" sldId="787"/>
            <ac:picMk id="6" creationId="{573BE2D5-0BF8-45D2-A792-A93B5FFBE7D1}"/>
          </ac:picMkLst>
        </pc:picChg>
        <pc:picChg chg="del">
          <ac:chgData name="Marion Lacroix" userId="9df64882-6113-4c49-9d2b-3e68714ee988" providerId="ADAL" clId="{50925B17-DBF0-4DD9-AB5C-F0142C421E6A}" dt="2025-11-14T14:56:37.606" v="645" actId="478"/>
          <ac:picMkLst>
            <pc:docMk/>
            <pc:sldMk cId="1714616760" sldId="787"/>
            <ac:picMk id="7" creationId="{427B8787-529B-4DBD-8C14-94ED537BD066}"/>
          </ac:picMkLst>
        </pc:picChg>
        <pc:picChg chg="del">
          <ac:chgData name="Marion Lacroix" userId="9df64882-6113-4c49-9d2b-3e68714ee988" providerId="ADAL" clId="{50925B17-DBF0-4DD9-AB5C-F0142C421E6A}" dt="2025-11-14T14:56:33.886" v="643" actId="478"/>
          <ac:picMkLst>
            <pc:docMk/>
            <pc:sldMk cId="1714616760" sldId="787"/>
            <ac:picMk id="8" creationId="{3D4EE40C-6500-4315-97D3-91DA2331706D}"/>
          </ac:picMkLst>
        </pc:picChg>
        <pc:picChg chg="add mod">
          <ac:chgData name="Marion Lacroix" userId="9df64882-6113-4c49-9d2b-3e68714ee988" providerId="ADAL" clId="{50925B17-DBF0-4DD9-AB5C-F0142C421E6A}" dt="2025-11-14T15:15:32.818" v="922" actId="1076"/>
          <ac:picMkLst>
            <pc:docMk/>
            <pc:sldMk cId="1714616760" sldId="787"/>
            <ac:picMk id="17" creationId="{BBB48740-B09F-4214-89AB-71960608F260}"/>
          </ac:picMkLst>
        </pc:picChg>
        <pc:picChg chg="add del mod">
          <ac:chgData name="Marion Lacroix" userId="9df64882-6113-4c49-9d2b-3e68714ee988" providerId="ADAL" clId="{50925B17-DBF0-4DD9-AB5C-F0142C421E6A}" dt="2025-11-14T15:10:50.173" v="910" actId="478"/>
          <ac:picMkLst>
            <pc:docMk/>
            <pc:sldMk cId="1714616760" sldId="787"/>
            <ac:picMk id="21" creationId="{445CD59F-603B-456D-8642-95A5DD2A7BB0}"/>
          </ac:picMkLst>
        </pc:picChg>
        <pc:picChg chg="add mod">
          <ac:chgData name="Marion Lacroix" userId="9df64882-6113-4c49-9d2b-3e68714ee988" providerId="ADAL" clId="{50925B17-DBF0-4DD9-AB5C-F0142C421E6A}" dt="2025-11-14T15:15:32.818" v="922" actId="1076"/>
          <ac:picMkLst>
            <pc:docMk/>
            <pc:sldMk cId="1714616760" sldId="787"/>
            <ac:picMk id="23" creationId="{95144120-9D41-4F36-9697-1DB3030C78BB}"/>
          </ac:picMkLst>
        </pc:picChg>
        <pc:cxnChg chg="del">
          <ac:chgData name="Marion Lacroix" userId="9df64882-6113-4c49-9d2b-3e68714ee988" providerId="ADAL" clId="{50925B17-DBF0-4DD9-AB5C-F0142C421E6A}" dt="2025-11-14T14:56:33.886" v="643" actId="478"/>
          <ac:cxnSpMkLst>
            <pc:docMk/>
            <pc:sldMk cId="1714616760" sldId="787"/>
            <ac:cxnSpMk id="9" creationId="{0979C447-8465-4500-BD2A-73A7B4E03317}"/>
          </ac:cxnSpMkLst>
        </pc:cxnChg>
        <pc:cxnChg chg="del">
          <ac:chgData name="Marion Lacroix" userId="9df64882-6113-4c49-9d2b-3e68714ee988" providerId="ADAL" clId="{50925B17-DBF0-4DD9-AB5C-F0142C421E6A}" dt="2025-11-14T14:56:33.886" v="643" actId="478"/>
          <ac:cxnSpMkLst>
            <pc:docMk/>
            <pc:sldMk cId="1714616760" sldId="787"/>
            <ac:cxnSpMk id="10" creationId="{455DE883-1EE2-4231-80E2-4665ACB46884}"/>
          </ac:cxnSpMkLst>
        </pc:cxnChg>
        <pc:cxnChg chg="del">
          <ac:chgData name="Marion Lacroix" userId="9df64882-6113-4c49-9d2b-3e68714ee988" providerId="ADAL" clId="{50925B17-DBF0-4DD9-AB5C-F0142C421E6A}" dt="2025-11-14T14:56:33.886" v="643" actId="478"/>
          <ac:cxnSpMkLst>
            <pc:docMk/>
            <pc:sldMk cId="1714616760" sldId="787"/>
            <ac:cxnSpMk id="13" creationId="{31FD90BB-AAC8-4A04-92E6-23DA9915E89C}"/>
          </ac:cxnSpMkLst>
        </pc:cxnChg>
        <pc:cxnChg chg="del">
          <ac:chgData name="Marion Lacroix" userId="9df64882-6113-4c49-9d2b-3e68714ee988" providerId="ADAL" clId="{50925B17-DBF0-4DD9-AB5C-F0142C421E6A}" dt="2025-11-14T14:56:33.886" v="643" actId="478"/>
          <ac:cxnSpMkLst>
            <pc:docMk/>
            <pc:sldMk cId="1714616760" sldId="787"/>
            <ac:cxnSpMk id="16" creationId="{8E9BF77F-2226-4DC1-8F23-D40F4632BD03}"/>
          </ac:cxnSpMkLst>
        </pc:cxnChg>
        <pc:cxnChg chg="del">
          <ac:chgData name="Marion Lacroix" userId="9df64882-6113-4c49-9d2b-3e68714ee988" providerId="ADAL" clId="{50925B17-DBF0-4DD9-AB5C-F0142C421E6A}" dt="2025-11-14T14:56:33.886" v="643" actId="478"/>
          <ac:cxnSpMkLst>
            <pc:docMk/>
            <pc:sldMk cId="1714616760" sldId="787"/>
            <ac:cxnSpMk id="19" creationId="{1C7B80CF-186A-4AD2-9DA4-51AFCC049EA8}"/>
          </ac:cxnSpMkLst>
        </pc:cxnChg>
        <pc:cxnChg chg="del">
          <ac:chgData name="Marion Lacroix" userId="9df64882-6113-4c49-9d2b-3e68714ee988" providerId="ADAL" clId="{50925B17-DBF0-4DD9-AB5C-F0142C421E6A}" dt="2025-11-14T14:56:33.886" v="643" actId="478"/>
          <ac:cxnSpMkLst>
            <pc:docMk/>
            <pc:sldMk cId="1714616760" sldId="787"/>
            <ac:cxnSpMk id="22" creationId="{DF193F05-9A5B-4C65-9265-638A2880B8BC}"/>
          </ac:cxnSpMkLst>
        </pc:cxnChg>
      </pc:sldChg>
      <pc:sldChg chg="addSp delSp modSp add mod delAnim modAnim">
        <pc:chgData name="Marion Lacroix" userId="9df64882-6113-4c49-9d2b-3e68714ee988" providerId="ADAL" clId="{50925B17-DBF0-4DD9-AB5C-F0142C421E6A}" dt="2025-11-14T15:23:00.962" v="1064" actId="113"/>
        <pc:sldMkLst>
          <pc:docMk/>
          <pc:sldMk cId="1852055849" sldId="788"/>
        </pc:sldMkLst>
        <pc:spChg chg="mod">
          <ac:chgData name="Marion Lacroix" userId="9df64882-6113-4c49-9d2b-3e68714ee988" providerId="ADAL" clId="{50925B17-DBF0-4DD9-AB5C-F0142C421E6A}" dt="2025-11-14T14:56:21.631" v="640" actId="1076"/>
          <ac:spMkLst>
            <pc:docMk/>
            <pc:sldMk cId="1852055849" sldId="788"/>
            <ac:spMk id="2" creationId="{D2914144-4E5E-4757-976A-35690A828941}"/>
          </ac:spMkLst>
        </pc:spChg>
        <pc:spChg chg="del">
          <ac:chgData name="Marion Lacroix" userId="9df64882-6113-4c49-9d2b-3e68714ee988" providerId="ADAL" clId="{50925B17-DBF0-4DD9-AB5C-F0142C421E6A}" dt="2025-11-14T14:55:49.185" v="632" actId="478"/>
          <ac:spMkLst>
            <pc:docMk/>
            <pc:sldMk cId="1852055849" sldId="788"/>
            <ac:spMk id="3" creationId="{BE34F1E9-E0B0-4D42-8B7D-D8AAF906B584}"/>
          </ac:spMkLst>
        </pc:spChg>
        <pc:spChg chg="del">
          <ac:chgData name="Marion Lacroix" userId="9df64882-6113-4c49-9d2b-3e68714ee988" providerId="ADAL" clId="{50925B17-DBF0-4DD9-AB5C-F0142C421E6A}" dt="2025-11-14T15:19:54.929" v="1013" actId="478"/>
          <ac:spMkLst>
            <pc:docMk/>
            <pc:sldMk cId="1852055849" sldId="788"/>
            <ac:spMk id="4" creationId="{C465A94C-A29D-49E0-AD1A-F280953E436B}"/>
          </ac:spMkLst>
        </pc:spChg>
        <pc:spChg chg="add del mod">
          <ac:chgData name="Marion Lacroix" userId="9df64882-6113-4c49-9d2b-3e68714ee988" providerId="ADAL" clId="{50925B17-DBF0-4DD9-AB5C-F0142C421E6A}" dt="2025-11-14T14:55:55.511" v="634" actId="478"/>
          <ac:spMkLst>
            <pc:docMk/>
            <pc:sldMk cId="1852055849" sldId="788"/>
            <ac:spMk id="11" creationId="{C8FA2AEF-98AC-4EB4-BD45-327715E6E166}"/>
          </ac:spMkLst>
        </pc:spChg>
        <pc:spChg chg="add mod">
          <ac:chgData name="Marion Lacroix" userId="9df64882-6113-4c49-9d2b-3e68714ee988" providerId="ADAL" clId="{50925B17-DBF0-4DD9-AB5C-F0142C421E6A}" dt="2025-11-14T15:16:50.043" v="961"/>
          <ac:spMkLst>
            <pc:docMk/>
            <pc:sldMk cId="1852055849" sldId="788"/>
            <ac:spMk id="26" creationId="{FD97CC4D-2600-4B3E-A71F-C9982568893E}"/>
          </ac:spMkLst>
        </pc:spChg>
        <pc:spChg chg="add mod">
          <ac:chgData name="Marion Lacroix" userId="9df64882-6113-4c49-9d2b-3e68714ee988" providerId="ADAL" clId="{50925B17-DBF0-4DD9-AB5C-F0142C421E6A}" dt="2025-11-14T15:19:51.031" v="1012"/>
          <ac:spMkLst>
            <pc:docMk/>
            <pc:sldMk cId="1852055849" sldId="788"/>
            <ac:spMk id="27" creationId="{DD43C42E-1DE8-4F80-B004-F3820F538CE8}"/>
          </ac:spMkLst>
        </pc:spChg>
        <pc:spChg chg="add mod">
          <ac:chgData name="Marion Lacroix" userId="9df64882-6113-4c49-9d2b-3e68714ee988" providerId="ADAL" clId="{50925B17-DBF0-4DD9-AB5C-F0142C421E6A}" dt="2025-11-14T15:23:00.962" v="1064" actId="113"/>
          <ac:spMkLst>
            <pc:docMk/>
            <pc:sldMk cId="1852055849" sldId="788"/>
            <ac:spMk id="28" creationId="{76923110-CAC3-4DAF-AD52-CDA1E90FC388}"/>
          </ac:spMkLst>
        </pc:spChg>
        <pc:spChg chg="del">
          <ac:chgData name="Marion Lacroix" userId="9df64882-6113-4c49-9d2b-3e68714ee988" providerId="ADAL" clId="{50925B17-DBF0-4DD9-AB5C-F0142C421E6A}" dt="2025-11-14T14:55:51.496" v="633" actId="478"/>
          <ac:spMkLst>
            <pc:docMk/>
            <pc:sldMk cId="1852055849" sldId="788"/>
            <ac:spMk id="33" creationId="{340C3249-79FA-41A9-A911-7BA976AB399C}"/>
          </ac:spMkLst>
        </pc:spChg>
        <pc:spChg chg="del">
          <ac:chgData name="Marion Lacroix" userId="9df64882-6113-4c49-9d2b-3e68714ee988" providerId="ADAL" clId="{50925B17-DBF0-4DD9-AB5C-F0142C421E6A}" dt="2025-11-14T14:55:51.496" v="633" actId="478"/>
          <ac:spMkLst>
            <pc:docMk/>
            <pc:sldMk cId="1852055849" sldId="788"/>
            <ac:spMk id="34" creationId="{735C1D7D-4D9F-4E62-9837-25C5048ACDF7}"/>
          </ac:spMkLst>
        </pc:spChg>
        <pc:grpChg chg="add mod">
          <ac:chgData name="Marion Lacroix" userId="9df64882-6113-4c49-9d2b-3e68714ee988" providerId="ADAL" clId="{50925B17-DBF0-4DD9-AB5C-F0142C421E6A}" dt="2025-11-14T14:56:14.251" v="639" actId="12789"/>
          <ac:grpSpMkLst>
            <pc:docMk/>
            <pc:sldMk cId="1852055849" sldId="788"/>
            <ac:grpSpMk id="18" creationId="{805E3675-3310-48C8-A4BE-B4F4B7154945}"/>
          </ac:grpSpMkLst>
        </pc:grpChg>
        <pc:picChg chg="del">
          <ac:chgData name="Marion Lacroix" userId="9df64882-6113-4c49-9d2b-3e68714ee988" providerId="ADAL" clId="{50925B17-DBF0-4DD9-AB5C-F0142C421E6A}" dt="2025-11-14T14:55:38.151" v="630" actId="478"/>
          <ac:picMkLst>
            <pc:docMk/>
            <pc:sldMk cId="1852055849" sldId="788"/>
            <ac:picMk id="7" creationId="{427B8787-529B-4DBD-8C14-94ED537BD066}"/>
          </ac:picMkLst>
        </pc:picChg>
        <pc:picChg chg="del">
          <ac:chgData name="Marion Lacroix" userId="9df64882-6113-4c49-9d2b-3e68714ee988" providerId="ADAL" clId="{50925B17-DBF0-4DD9-AB5C-F0142C421E6A}" dt="2025-11-14T14:55:51.496" v="633" actId="478"/>
          <ac:picMkLst>
            <pc:docMk/>
            <pc:sldMk cId="1852055849" sldId="788"/>
            <ac:picMk id="8" creationId="{3D4EE40C-6500-4315-97D3-91DA2331706D}"/>
          </ac:picMkLst>
        </pc:picChg>
        <pc:picChg chg="mod">
          <ac:chgData name="Marion Lacroix" userId="9df64882-6113-4c49-9d2b-3e68714ee988" providerId="ADAL" clId="{50925B17-DBF0-4DD9-AB5C-F0142C421E6A}" dt="2025-11-14T14:56:00.621" v="636"/>
          <ac:picMkLst>
            <pc:docMk/>
            <pc:sldMk cId="1852055849" sldId="788"/>
            <ac:picMk id="20" creationId="{D4AED9CB-15FF-40C0-8744-D98FE38324C7}"/>
          </ac:picMkLst>
        </pc:picChg>
        <pc:picChg chg="mod">
          <ac:chgData name="Marion Lacroix" userId="9df64882-6113-4c49-9d2b-3e68714ee988" providerId="ADAL" clId="{50925B17-DBF0-4DD9-AB5C-F0142C421E6A}" dt="2025-11-14T14:56:00.621" v="636"/>
          <ac:picMkLst>
            <pc:docMk/>
            <pc:sldMk cId="1852055849" sldId="788"/>
            <ac:picMk id="21" creationId="{5CEF4E11-B1E9-405B-90B5-7BDC8F98CC77}"/>
          </ac:picMkLst>
        </pc:picChg>
        <pc:picChg chg="mod">
          <ac:chgData name="Marion Lacroix" userId="9df64882-6113-4c49-9d2b-3e68714ee988" providerId="ADAL" clId="{50925B17-DBF0-4DD9-AB5C-F0142C421E6A}" dt="2025-11-14T14:56:00.621" v="636"/>
          <ac:picMkLst>
            <pc:docMk/>
            <pc:sldMk cId="1852055849" sldId="788"/>
            <ac:picMk id="23" creationId="{38229820-B450-4BE9-9568-AFBDFC430912}"/>
          </ac:picMkLst>
        </pc:picChg>
        <pc:picChg chg="mod">
          <ac:chgData name="Marion Lacroix" userId="9df64882-6113-4c49-9d2b-3e68714ee988" providerId="ADAL" clId="{50925B17-DBF0-4DD9-AB5C-F0142C421E6A}" dt="2025-11-14T14:56:00.621" v="636"/>
          <ac:picMkLst>
            <pc:docMk/>
            <pc:sldMk cId="1852055849" sldId="788"/>
            <ac:picMk id="24" creationId="{F5118240-9822-419A-8C4D-58AD15D382C1}"/>
          </ac:picMkLst>
        </pc:picChg>
        <pc:picChg chg="mod">
          <ac:chgData name="Marion Lacroix" userId="9df64882-6113-4c49-9d2b-3e68714ee988" providerId="ADAL" clId="{50925B17-DBF0-4DD9-AB5C-F0142C421E6A}" dt="2025-11-14T14:56:00.621" v="636"/>
          <ac:picMkLst>
            <pc:docMk/>
            <pc:sldMk cId="1852055849" sldId="788"/>
            <ac:picMk id="25" creationId="{A39EC4E3-BA64-41E1-AE79-AE4EA8C35CE2}"/>
          </ac:picMkLst>
        </pc:picChg>
        <pc:cxnChg chg="del">
          <ac:chgData name="Marion Lacroix" userId="9df64882-6113-4c49-9d2b-3e68714ee988" providerId="ADAL" clId="{50925B17-DBF0-4DD9-AB5C-F0142C421E6A}" dt="2025-11-14T14:55:56.568" v="635" actId="478"/>
          <ac:cxnSpMkLst>
            <pc:docMk/>
            <pc:sldMk cId="1852055849" sldId="788"/>
            <ac:cxnSpMk id="9" creationId="{0979C447-8465-4500-BD2A-73A7B4E03317}"/>
          </ac:cxnSpMkLst>
        </pc:cxnChg>
        <pc:cxnChg chg="del">
          <ac:chgData name="Marion Lacroix" userId="9df64882-6113-4c49-9d2b-3e68714ee988" providerId="ADAL" clId="{50925B17-DBF0-4DD9-AB5C-F0142C421E6A}" dt="2025-11-14T14:55:51.496" v="633" actId="478"/>
          <ac:cxnSpMkLst>
            <pc:docMk/>
            <pc:sldMk cId="1852055849" sldId="788"/>
            <ac:cxnSpMk id="10" creationId="{455DE883-1EE2-4231-80E2-4665ACB46884}"/>
          </ac:cxnSpMkLst>
        </pc:cxnChg>
        <pc:cxnChg chg="del">
          <ac:chgData name="Marion Lacroix" userId="9df64882-6113-4c49-9d2b-3e68714ee988" providerId="ADAL" clId="{50925B17-DBF0-4DD9-AB5C-F0142C421E6A}" dt="2025-11-14T14:55:51.496" v="633" actId="478"/>
          <ac:cxnSpMkLst>
            <pc:docMk/>
            <pc:sldMk cId="1852055849" sldId="788"/>
            <ac:cxnSpMk id="13" creationId="{31FD90BB-AAC8-4A04-92E6-23DA9915E89C}"/>
          </ac:cxnSpMkLst>
        </pc:cxnChg>
        <pc:cxnChg chg="del">
          <ac:chgData name="Marion Lacroix" userId="9df64882-6113-4c49-9d2b-3e68714ee988" providerId="ADAL" clId="{50925B17-DBF0-4DD9-AB5C-F0142C421E6A}" dt="2025-11-14T14:55:51.496" v="633" actId="478"/>
          <ac:cxnSpMkLst>
            <pc:docMk/>
            <pc:sldMk cId="1852055849" sldId="788"/>
            <ac:cxnSpMk id="16" creationId="{8E9BF77F-2226-4DC1-8F23-D40F4632BD03}"/>
          </ac:cxnSpMkLst>
        </pc:cxnChg>
        <pc:cxnChg chg="del">
          <ac:chgData name="Marion Lacroix" userId="9df64882-6113-4c49-9d2b-3e68714ee988" providerId="ADAL" clId="{50925B17-DBF0-4DD9-AB5C-F0142C421E6A}" dt="2025-11-14T14:55:51.496" v="633" actId="478"/>
          <ac:cxnSpMkLst>
            <pc:docMk/>
            <pc:sldMk cId="1852055849" sldId="788"/>
            <ac:cxnSpMk id="19" creationId="{1C7B80CF-186A-4AD2-9DA4-51AFCC049EA8}"/>
          </ac:cxnSpMkLst>
        </pc:cxnChg>
        <pc:cxnChg chg="del">
          <ac:chgData name="Marion Lacroix" userId="9df64882-6113-4c49-9d2b-3e68714ee988" providerId="ADAL" clId="{50925B17-DBF0-4DD9-AB5C-F0142C421E6A}" dt="2025-11-14T14:55:51.496" v="633" actId="478"/>
          <ac:cxnSpMkLst>
            <pc:docMk/>
            <pc:sldMk cId="1852055849" sldId="788"/>
            <ac:cxnSpMk id="22" creationId="{DF193F05-9A5B-4C65-9265-638A2880B8BC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768F9535-FCA2-4290-A8B4-639E92801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1730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0" tIns="47375" rIns="94750" bIns="47375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01" y="4924989"/>
            <a:ext cx="5680103" cy="4029684"/>
          </a:xfrm>
          <a:prstGeom prst="rect">
            <a:avLst/>
          </a:prstGeom>
        </p:spPr>
        <p:txBody>
          <a:bodyPr vert="horz" lIns="94750" tIns="47375" rIns="94750" bIns="47375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135E84F5-E102-4049-B206-4567741B15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653326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06CD8F-B7ED-4A05-9FB1-A01CC0EF02C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91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84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23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807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3482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823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84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0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2116670"/>
            <a:ext cx="9144000" cy="163883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 de chapitre</a:t>
            </a:r>
          </a:p>
        </p:txBody>
      </p:sp>
      <p:sp>
        <p:nvSpPr>
          <p:cNvPr id="8" name="Sous-titre 2"/>
          <p:cNvSpPr>
            <a:spLocks noGrp="1"/>
          </p:cNvSpPr>
          <p:nvPr>
            <p:ph type="subTitle" idx="1"/>
          </p:nvPr>
        </p:nvSpPr>
        <p:spPr>
          <a:xfrm>
            <a:off x="1524000" y="3847575"/>
            <a:ext cx="9144000" cy="165576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4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07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243606" y="2647405"/>
            <a:ext cx="11787535" cy="372370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3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9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9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_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Rectangle 2938"/>
          <p:cNvSpPr/>
          <p:nvPr userDrawn="1"/>
        </p:nvSpPr>
        <p:spPr>
          <a:xfrm>
            <a:off x="0" y="13724"/>
            <a:ext cx="12192000" cy="6844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1064" name="Rectangle 1322"/>
          <p:cNvSpPr/>
          <p:nvPr userDrawn="1"/>
        </p:nvSpPr>
        <p:spPr>
          <a:xfrm>
            <a:off x="4792337" y="710996"/>
            <a:ext cx="5513560" cy="5766004"/>
          </a:xfrm>
          <a:custGeom>
            <a:avLst/>
            <a:gdLst>
              <a:gd name="connsiteX0" fmla="*/ 0 w 4163745"/>
              <a:gd name="connsiteY0" fmla="*/ 0 h 5613604"/>
              <a:gd name="connsiteX1" fmla="*/ 4163745 w 4163745"/>
              <a:gd name="connsiteY1" fmla="*/ 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3268395 w 4163745"/>
              <a:gd name="connsiteY1" fmla="*/ 600075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0 w 4163745"/>
              <a:gd name="connsiteY4" fmla="*/ 5613604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762000 w 4163745"/>
              <a:gd name="connsiteY4" fmla="*/ 2994229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19050 w 4163745"/>
              <a:gd name="connsiteY4" fmla="*/ 4842079 h 5613604"/>
              <a:gd name="connsiteX5" fmla="*/ 0 w 4163745"/>
              <a:gd name="connsiteY5" fmla="*/ 0 h 5613604"/>
              <a:gd name="connsiteX0" fmla="*/ 0 w 4163745"/>
              <a:gd name="connsiteY0" fmla="*/ 0 h 5766004"/>
              <a:gd name="connsiteX1" fmla="*/ 4011345 w 4163745"/>
              <a:gd name="connsiteY1" fmla="*/ 228600 h 5766004"/>
              <a:gd name="connsiteX2" fmla="*/ 4163745 w 4163745"/>
              <a:gd name="connsiteY2" fmla="*/ 5613604 h 5766004"/>
              <a:gd name="connsiteX3" fmla="*/ 1492098 w 4163745"/>
              <a:gd name="connsiteY3" fmla="*/ 5766004 h 5766004"/>
              <a:gd name="connsiteX4" fmla="*/ 19050 w 4163745"/>
              <a:gd name="connsiteY4" fmla="*/ 4842079 h 5766004"/>
              <a:gd name="connsiteX5" fmla="*/ 0 w 4163745"/>
              <a:gd name="connsiteY5" fmla="*/ 0 h 5766004"/>
              <a:gd name="connsiteX0" fmla="*/ 0 w 4011345"/>
              <a:gd name="connsiteY0" fmla="*/ 0 h 5766004"/>
              <a:gd name="connsiteX1" fmla="*/ 4011345 w 4011345"/>
              <a:gd name="connsiteY1" fmla="*/ 228600 h 5766004"/>
              <a:gd name="connsiteX2" fmla="*/ 3916095 w 4011345"/>
              <a:gd name="connsiteY2" fmla="*/ 4680154 h 5766004"/>
              <a:gd name="connsiteX3" fmla="*/ 1492098 w 4011345"/>
              <a:gd name="connsiteY3" fmla="*/ 5766004 h 5766004"/>
              <a:gd name="connsiteX4" fmla="*/ 19050 w 4011345"/>
              <a:gd name="connsiteY4" fmla="*/ 4842079 h 5766004"/>
              <a:gd name="connsiteX5" fmla="*/ 0 w 4011345"/>
              <a:gd name="connsiteY5" fmla="*/ 0 h 5766004"/>
              <a:gd name="connsiteX0" fmla="*/ 0 w 4135170"/>
              <a:gd name="connsiteY0" fmla="*/ 0 h 5766004"/>
              <a:gd name="connsiteX1" fmla="*/ 4011345 w 4135170"/>
              <a:gd name="connsiteY1" fmla="*/ 228600 h 5766004"/>
              <a:gd name="connsiteX2" fmla="*/ 4135170 w 4135170"/>
              <a:gd name="connsiteY2" fmla="*/ 5413579 h 5766004"/>
              <a:gd name="connsiteX3" fmla="*/ 1492098 w 4135170"/>
              <a:gd name="connsiteY3" fmla="*/ 5766004 h 5766004"/>
              <a:gd name="connsiteX4" fmla="*/ 19050 w 4135170"/>
              <a:gd name="connsiteY4" fmla="*/ 4842079 h 5766004"/>
              <a:gd name="connsiteX5" fmla="*/ 0 w 4135170"/>
              <a:gd name="connsiteY5" fmla="*/ 0 h 576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5170" h="5766004">
                <a:moveTo>
                  <a:pt x="0" y="0"/>
                </a:moveTo>
                <a:lnTo>
                  <a:pt x="4011345" y="228600"/>
                </a:lnTo>
                <a:lnTo>
                  <a:pt x="4135170" y="5413579"/>
                </a:lnTo>
                <a:lnTo>
                  <a:pt x="1492098" y="5766004"/>
                </a:lnTo>
                <a:lnTo>
                  <a:pt x="19050" y="48420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1020356" y="550081"/>
            <a:ext cx="1214845" cy="1000649"/>
            <a:chOff x="2023" y="1221"/>
            <a:chExt cx="1710" cy="1878"/>
          </a:xfrm>
        </p:grpSpPr>
        <p:sp>
          <p:nvSpPr>
            <p:cNvPr id="8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9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0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grpSp>
        <p:nvGrpSpPr>
          <p:cNvPr id="2937" name="Groupe 2936"/>
          <p:cNvGrpSpPr/>
          <p:nvPr userDrawn="1"/>
        </p:nvGrpSpPr>
        <p:grpSpPr>
          <a:xfrm>
            <a:off x="3660861" y="570436"/>
            <a:ext cx="4516967" cy="2699223"/>
            <a:chOff x="2745640" y="570435"/>
            <a:chExt cx="3387725" cy="2699223"/>
          </a:xfrm>
        </p:grpSpPr>
        <p:grpSp>
          <p:nvGrpSpPr>
            <p:cNvPr id="2011" name="Groupe 2010"/>
            <p:cNvGrpSpPr/>
            <p:nvPr userDrawn="1"/>
          </p:nvGrpSpPr>
          <p:grpSpPr>
            <a:xfrm>
              <a:off x="2745640" y="570435"/>
              <a:ext cx="3387725" cy="111917"/>
              <a:chOff x="2746375" y="570435"/>
              <a:chExt cx="3387725" cy="111917"/>
            </a:xfrm>
          </p:grpSpPr>
          <p:sp>
            <p:nvSpPr>
              <p:cNvPr id="1801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8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12" name="Groupe 2011"/>
            <p:cNvGrpSpPr/>
            <p:nvPr userDrawn="1"/>
          </p:nvGrpSpPr>
          <p:grpSpPr>
            <a:xfrm>
              <a:off x="2745640" y="769459"/>
              <a:ext cx="3387725" cy="111917"/>
              <a:chOff x="2746375" y="570435"/>
              <a:chExt cx="3387725" cy="111917"/>
            </a:xfrm>
          </p:grpSpPr>
          <p:sp>
            <p:nvSpPr>
              <p:cNvPr id="20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83" name="Groupe 2082"/>
            <p:cNvGrpSpPr/>
            <p:nvPr userDrawn="1"/>
          </p:nvGrpSpPr>
          <p:grpSpPr>
            <a:xfrm>
              <a:off x="2745640" y="968483"/>
              <a:ext cx="3387725" cy="111917"/>
              <a:chOff x="2746375" y="570435"/>
              <a:chExt cx="3387725" cy="111917"/>
            </a:xfrm>
          </p:grpSpPr>
          <p:sp>
            <p:nvSpPr>
              <p:cNvPr id="2084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5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6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7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8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9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0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1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2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3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4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5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6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7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8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9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0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1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2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3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4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5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6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7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8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9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0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1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2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3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4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5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6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7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8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9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0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1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2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3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4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5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6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7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8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9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0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1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2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3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4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5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6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7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8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9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0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1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2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3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4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5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6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7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8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9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0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1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2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3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54" name="Groupe 2153"/>
            <p:cNvGrpSpPr/>
            <p:nvPr userDrawn="1"/>
          </p:nvGrpSpPr>
          <p:grpSpPr>
            <a:xfrm>
              <a:off x="2745640" y="1167507"/>
              <a:ext cx="3387725" cy="111917"/>
              <a:chOff x="2746375" y="570435"/>
              <a:chExt cx="3387725" cy="111917"/>
            </a:xfrm>
          </p:grpSpPr>
          <p:sp>
            <p:nvSpPr>
              <p:cNvPr id="21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25" name="Groupe 2224"/>
            <p:cNvGrpSpPr/>
            <p:nvPr userDrawn="1"/>
          </p:nvGrpSpPr>
          <p:grpSpPr>
            <a:xfrm>
              <a:off x="2745640" y="1366531"/>
              <a:ext cx="3387725" cy="111917"/>
              <a:chOff x="2746375" y="570435"/>
              <a:chExt cx="3387725" cy="111917"/>
            </a:xfrm>
          </p:grpSpPr>
          <p:sp>
            <p:nvSpPr>
              <p:cNvPr id="222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96" name="Groupe 2295"/>
            <p:cNvGrpSpPr/>
            <p:nvPr userDrawn="1"/>
          </p:nvGrpSpPr>
          <p:grpSpPr>
            <a:xfrm>
              <a:off x="2745640" y="1565555"/>
              <a:ext cx="3387725" cy="111917"/>
              <a:chOff x="2746375" y="570435"/>
              <a:chExt cx="3387725" cy="111917"/>
            </a:xfrm>
          </p:grpSpPr>
          <p:sp>
            <p:nvSpPr>
              <p:cNvPr id="229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69" name="Groupe 2368"/>
            <p:cNvGrpSpPr/>
            <p:nvPr userDrawn="1"/>
          </p:nvGrpSpPr>
          <p:grpSpPr>
            <a:xfrm>
              <a:off x="2745640" y="1764579"/>
              <a:ext cx="3387725" cy="111917"/>
              <a:chOff x="2746375" y="570435"/>
              <a:chExt cx="3387725" cy="111917"/>
            </a:xfrm>
          </p:grpSpPr>
          <p:sp>
            <p:nvSpPr>
              <p:cNvPr id="272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0" name="Groupe 2369"/>
            <p:cNvGrpSpPr/>
            <p:nvPr userDrawn="1"/>
          </p:nvGrpSpPr>
          <p:grpSpPr>
            <a:xfrm>
              <a:off x="2745640" y="1963603"/>
              <a:ext cx="3387725" cy="111917"/>
              <a:chOff x="2746375" y="570435"/>
              <a:chExt cx="3387725" cy="111917"/>
            </a:xfrm>
          </p:grpSpPr>
          <p:sp>
            <p:nvSpPr>
              <p:cNvPr id="26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1" name="Groupe 2370"/>
            <p:cNvGrpSpPr/>
            <p:nvPr userDrawn="1"/>
          </p:nvGrpSpPr>
          <p:grpSpPr>
            <a:xfrm>
              <a:off x="2745640" y="2162627"/>
              <a:ext cx="3387725" cy="111917"/>
              <a:chOff x="2746375" y="570435"/>
              <a:chExt cx="3387725" cy="111917"/>
            </a:xfrm>
          </p:grpSpPr>
          <p:sp>
            <p:nvSpPr>
              <p:cNvPr id="258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2" name="Groupe 2371"/>
            <p:cNvGrpSpPr/>
            <p:nvPr userDrawn="1"/>
          </p:nvGrpSpPr>
          <p:grpSpPr>
            <a:xfrm>
              <a:off x="2745640" y="2361651"/>
              <a:ext cx="3387725" cy="111917"/>
              <a:chOff x="2746375" y="570435"/>
              <a:chExt cx="3387725" cy="111917"/>
            </a:xfrm>
          </p:grpSpPr>
          <p:sp>
            <p:nvSpPr>
              <p:cNvPr id="251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3" name="Groupe 2372"/>
            <p:cNvGrpSpPr/>
            <p:nvPr userDrawn="1"/>
          </p:nvGrpSpPr>
          <p:grpSpPr>
            <a:xfrm>
              <a:off x="2745640" y="2560675"/>
              <a:ext cx="3387725" cy="111917"/>
              <a:chOff x="2746375" y="570435"/>
              <a:chExt cx="3387725" cy="111917"/>
            </a:xfrm>
          </p:grpSpPr>
          <p:sp>
            <p:nvSpPr>
              <p:cNvPr id="244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4" name="Groupe 2373"/>
            <p:cNvGrpSpPr/>
            <p:nvPr userDrawn="1"/>
          </p:nvGrpSpPr>
          <p:grpSpPr>
            <a:xfrm>
              <a:off x="2745640" y="2759699"/>
              <a:ext cx="3387725" cy="111917"/>
              <a:chOff x="2746375" y="570435"/>
              <a:chExt cx="3387725" cy="111917"/>
            </a:xfrm>
          </p:grpSpPr>
          <p:sp>
            <p:nvSpPr>
              <p:cNvPr id="237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795" name="Groupe 2794"/>
            <p:cNvGrpSpPr/>
            <p:nvPr userDrawn="1"/>
          </p:nvGrpSpPr>
          <p:grpSpPr>
            <a:xfrm>
              <a:off x="2745640" y="2958723"/>
              <a:ext cx="3387725" cy="111917"/>
              <a:chOff x="2746375" y="570435"/>
              <a:chExt cx="3387725" cy="111917"/>
            </a:xfrm>
          </p:grpSpPr>
          <p:sp>
            <p:nvSpPr>
              <p:cNvPr id="279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866" name="Groupe 2865"/>
            <p:cNvGrpSpPr/>
            <p:nvPr userDrawn="1"/>
          </p:nvGrpSpPr>
          <p:grpSpPr>
            <a:xfrm>
              <a:off x="2745640" y="3157741"/>
              <a:ext cx="3387725" cy="111917"/>
              <a:chOff x="2746375" y="570435"/>
              <a:chExt cx="3387725" cy="111917"/>
            </a:xfrm>
          </p:grpSpPr>
          <p:sp>
            <p:nvSpPr>
              <p:cNvPr id="286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</p:grpSp>
      <p:sp>
        <p:nvSpPr>
          <p:cNvPr id="4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4807527" y="1015813"/>
            <a:ext cx="5221316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PRESENTATION</a:t>
            </a:r>
          </a:p>
        </p:txBody>
      </p:sp>
      <p:sp>
        <p:nvSpPr>
          <p:cNvPr id="1063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4807527" y="1931396"/>
            <a:ext cx="4495800" cy="28381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None/>
              <a:tabLst/>
              <a:defRPr sz="1600" cap="none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fr-FR"/>
              <a:t>Sous-titre sur 1 ou 2 lignes</a:t>
            </a:r>
          </a:p>
          <a:p>
            <a:pPr lvl="0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13" y="2633480"/>
            <a:ext cx="10258179" cy="2921395"/>
          </a:xfrm>
          <a:prstGeom prst="rect">
            <a:avLst/>
          </a:prstGeom>
        </p:spPr>
      </p:pic>
      <p:sp>
        <p:nvSpPr>
          <p:cNvPr id="1062" name="ZoneTexte 1061"/>
          <p:cNvSpPr txBox="1"/>
          <p:nvPr userDrawn="1"/>
        </p:nvSpPr>
        <p:spPr>
          <a:xfrm>
            <a:off x="10181277" y="5508724"/>
            <a:ext cx="177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900">
                <a:solidFill>
                  <a:srgbClr val="231F20"/>
                </a:solidFill>
              </a:rPr>
              <a:t>© IGN-SHOM</a:t>
            </a:r>
          </a:p>
          <a:p>
            <a:endParaRPr lang="fr-FR">
              <a:solidFill>
                <a:srgbClr val="231F20"/>
              </a:solidFill>
            </a:endParaRPr>
          </a:p>
        </p:txBody>
      </p:sp>
      <p:sp>
        <p:nvSpPr>
          <p:cNvPr id="1068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5905482" y="5597609"/>
            <a:ext cx="3750937" cy="283819"/>
          </a:xfrm>
        </p:spPr>
        <p:txBody>
          <a:bodyPr/>
          <a:lstStyle>
            <a:lvl1pPr marL="0" indent="0" algn="ctr">
              <a:buNone/>
              <a:defRPr sz="2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Auteur</a:t>
            </a:r>
          </a:p>
        </p:txBody>
      </p:sp>
      <p:sp>
        <p:nvSpPr>
          <p:cNvPr id="1069" name="Espace réservé du texte 3"/>
          <p:cNvSpPr>
            <a:spLocks noGrp="1"/>
          </p:cNvSpPr>
          <p:nvPr>
            <p:ph type="body" sz="quarter" idx="15" hasCustomPrompt="1"/>
          </p:nvPr>
        </p:nvSpPr>
        <p:spPr>
          <a:xfrm>
            <a:off x="5905482" y="5922729"/>
            <a:ext cx="3750937" cy="283819"/>
          </a:xfrm>
        </p:spPr>
        <p:txBody>
          <a:bodyPr/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87038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0" name="Groupe 3879"/>
          <p:cNvGrpSpPr/>
          <p:nvPr userDrawn="1"/>
        </p:nvGrpSpPr>
        <p:grpSpPr>
          <a:xfrm>
            <a:off x="738411" y="544564"/>
            <a:ext cx="6186617" cy="5191661"/>
            <a:chOff x="553803" y="544553"/>
            <a:chExt cx="4639963" cy="5191661"/>
          </a:xfrm>
        </p:grpSpPr>
        <p:grpSp>
          <p:nvGrpSpPr>
            <p:cNvPr id="9" name="Groupe 8"/>
            <p:cNvGrpSpPr/>
            <p:nvPr userDrawn="1"/>
          </p:nvGrpSpPr>
          <p:grpSpPr>
            <a:xfrm>
              <a:off x="553803" y="544557"/>
              <a:ext cx="3679737" cy="121564"/>
              <a:chOff x="2746375" y="570435"/>
              <a:chExt cx="3387725" cy="111917"/>
            </a:xfrm>
          </p:grpSpPr>
          <p:sp>
            <p:nvSpPr>
              <p:cNvPr id="9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" name="Groupe 9"/>
            <p:cNvGrpSpPr/>
            <p:nvPr userDrawn="1"/>
          </p:nvGrpSpPr>
          <p:grpSpPr>
            <a:xfrm>
              <a:off x="553803" y="760736"/>
              <a:ext cx="3679737" cy="121564"/>
              <a:chOff x="2746375" y="570435"/>
              <a:chExt cx="3387725" cy="111917"/>
            </a:xfrm>
          </p:grpSpPr>
          <p:sp>
            <p:nvSpPr>
              <p:cNvPr id="8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1" name="Groupe 10"/>
            <p:cNvGrpSpPr/>
            <p:nvPr userDrawn="1"/>
          </p:nvGrpSpPr>
          <p:grpSpPr>
            <a:xfrm>
              <a:off x="553803" y="976916"/>
              <a:ext cx="3679737" cy="121564"/>
              <a:chOff x="2746375" y="570435"/>
              <a:chExt cx="3387725" cy="111917"/>
            </a:xfrm>
          </p:grpSpPr>
          <p:sp>
            <p:nvSpPr>
              <p:cNvPr id="7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2" name="Groupe 11"/>
            <p:cNvGrpSpPr/>
            <p:nvPr userDrawn="1"/>
          </p:nvGrpSpPr>
          <p:grpSpPr>
            <a:xfrm>
              <a:off x="553803" y="1193095"/>
              <a:ext cx="3679737" cy="121564"/>
              <a:chOff x="2746375" y="570435"/>
              <a:chExt cx="3387725" cy="111917"/>
            </a:xfrm>
          </p:grpSpPr>
          <p:sp>
            <p:nvSpPr>
              <p:cNvPr id="7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3" name="Groupe 12"/>
            <p:cNvGrpSpPr/>
            <p:nvPr userDrawn="1"/>
          </p:nvGrpSpPr>
          <p:grpSpPr>
            <a:xfrm>
              <a:off x="553803" y="1409274"/>
              <a:ext cx="3679737" cy="121564"/>
              <a:chOff x="2746375" y="570435"/>
              <a:chExt cx="3387725" cy="111917"/>
            </a:xfrm>
          </p:grpSpPr>
          <p:sp>
            <p:nvSpPr>
              <p:cNvPr id="65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 userDrawn="1"/>
          </p:nvGrpSpPr>
          <p:grpSpPr>
            <a:xfrm>
              <a:off x="553803" y="1625453"/>
              <a:ext cx="3679737" cy="121564"/>
              <a:chOff x="2746375" y="570435"/>
              <a:chExt cx="3387725" cy="111917"/>
            </a:xfrm>
          </p:grpSpPr>
          <p:sp>
            <p:nvSpPr>
              <p:cNvPr id="58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5" name="Groupe 14"/>
            <p:cNvGrpSpPr/>
            <p:nvPr userDrawn="1"/>
          </p:nvGrpSpPr>
          <p:grpSpPr>
            <a:xfrm>
              <a:off x="553803" y="1841633"/>
              <a:ext cx="3679737" cy="121564"/>
              <a:chOff x="2746375" y="570435"/>
              <a:chExt cx="3387725" cy="111917"/>
            </a:xfrm>
          </p:grpSpPr>
          <p:sp>
            <p:nvSpPr>
              <p:cNvPr id="5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6" name="Groupe 15"/>
            <p:cNvGrpSpPr/>
            <p:nvPr userDrawn="1"/>
          </p:nvGrpSpPr>
          <p:grpSpPr>
            <a:xfrm>
              <a:off x="553803" y="2057813"/>
              <a:ext cx="3679737" cy="121564"/>
              <a:chOff x="2746375" y="570435"/>
              <a:chExt cx="3387725" cy="111917"/>
            </a:xfrm>
          </p:grpSpPr>
          <p:sp>
            <p:nvSpPr>
              <p:cNvPr id="44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7" name="Groupe 16"/>
            <p:cNvGrpSpPr/>
            <p:nvPr userDrawn="1"/>
          </p:nvGrpSpPr>
          <p:grpSpPr>
            <a:xfrm>
              <a:off x="553803" y="2273992"/>
              <a:ext cx="3679737" cy="121564"/>
              <a:chOff x="2746375" y="570435"/>
              <a:chExt cx="3387725" cy="111917"/>
            </a:xfrm>
          </p:grpSpPr>
          <p:sp>
            <p:nvSpPr>
              <p:cNvPr id="37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8" name="Groupe 17"/>
            <p:cNvGrpSpPr/>
            <p:nvPr userDrawn="1"/>
          </p:nvGrpSpPr>
          <p:grpSpPr>
            <a:xfrm>
              <a:off x="553803" y="2490170"/>
              <a:ext cx="3679737" cy="121564"/>
              <a:chOff x="2746375" y="570435"/>
              <a:chExt cx="3387725" cy="111917"/>
            </a:xfrm>
          </p:grpSpPr>
          <p:sp>
            <p:nvSpPr>
              <p:cNvPr id="30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9" name="Groupe 18"/>
            <p:cNvGrpSpPr/>
            <p:nvPr userDrawn="1"/>
          </p:nvGrpSpPr>
          <p:grpSpPr>
            <a:xfrm>
              <a:off x="553803" y="2706349"/>
              <a:ext cx="3679737" cy="121564"/>
              <a:chOff x="2746375" y="570435"/>
              <a:chExt cx="3387725" cy="111917"/>
            </a:xfrm>
          </p:grpSpPr>
          <p:sp>
            <p:nvSpPr>
              <p:cNvPr id="2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" name="Groupe 19"/>
            <p:cNvGrpSpPr/>
            <p:nvPr userDrawn="1"/>
          </p:nvGrpSpPr>
          <p:grpSpPr>
            <a:xfrm>
              <a:off x="553803" y="2922527"/>
              <a:ext cx="3679737" cy="121564"/>
              <a:chOff x="2746375" y="570435"/>
              <a:chExt cx="3387725" cy="111917"/>
            </a:xfrm>
          </p:grpSpPr>
          <p:sp>
            <p:nvSpPr>
              <p:cNvPr id="1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" name="Groupe 20"/>
            <p:cNvGrpSpPr/>
            <p:nvPr userDrawn="1"/>
          </p:nvGrpSpPr>
          <p:grpSpPr>
            <a:xfrm>
              <a:off x="553803" y="3138703"/>
              <a:ext cx="3679737" cy="121564"/>
              <a:chOff x="2746375" y="570435"/>
              <a:chExt cx="3387725" cy="111917"/>
            </a:xfrm>
          </p:grpSpPr>
          <p:sp>
            <p:nvSpPr>
              <p:cNvPr id="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" name="Groupe 21"/>
            <p:cNvGrpSpPr/>
            <p:nvPr userDrawn="1"/>
          </p:nvGrpSpPr>
          <p:grpSpPr>
            <a:xfrm>
              <a:off x="553803" y="3354879"/>
              <a:ext cx="3679737" cy="121564"/>
              <a:chOff x="2746375" y="570435"/>
              <a:chExt cx="3387725" cy="111917"/>
            </a:xfrm>
          </p:grpSpPr>
          <p:sp>
            <p:nvSpPr>
              <p:cNvPr id="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4" name="Groupe 1003"/>
            <p:cNvGrpSpPr/>
            <p:nvPr userDrawn="1"/>
          </p:nvGrpSpPr>
          <p:grpSpPr>
            <a:xfrm>
              <a:off x="553803" y="3563809"/>
              <a:ext cx="3679737" cy="121564"/>
              <a:chOff x="2746375" y="570435"/>
              <a:chExt cx="3387725" cy="111917"/>
            </a:xfrm>
          </p:grpSpPr>
          <p:sp>
            <p:nvSpPr>
              <p:cNvPr id="192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5" name="Groupe 1004"/>
            <p:cNvGrpSpPr/>
            <p:nvPr userDrawn="1"/>
          </p:nvGrpSpPr>
          <p:grpSpPr>
            <a:xfrm>
              <a:off x="553803" y="3779988"/>
              <a:ext cx="3679737" cy="121564"/>
              <a:chOff x="2746375" y="570435"/>
              <a:chExt cx="3387725" cy="111917"/>
            </a:xfrm>
          </p:grpSpPr>
          <p:sp>
            <p:nvSpPr>
              <p:cNvPr id="185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6" name="Groupe 1005"/>
            <p:cNvGrpSpPr/>
            <p:nvPr userDrawn="1"/>
          </p:nvGrpSpPr>
          <p:grpSpPr>
            <a:xfrm>
              <a:off x="553803" y="3996168"/>
              <a:ext cx="3679737" cy="121564"/>
              <a:chOff x="2746375" y="570435"/>
              <a:chExt cx="3387725" cy="111917"/>
            </a:xfrm>
          </p:grpSpPr>
          <p:sp>
            <p:nvSpPr>
              <p:cNvPr id="178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7" name="Groupe 1006"/>
            <p:cNvGrpSpPr/>
            <p:nvPr userDrawn="1"/>
          </p:nvGrpSpPr>
          <p:grpSpPr>
            <a:xfrm>
              <a:off x="553803" y="4212347"/>
              <a:ext cx="3679737" cy="121564"/>
              <a:chOff x="2746375" y="570435"/>
              <a:chExt cx="3387725" cy="111917"/>
            </a:xfrm>
          </p:grpSpPr>
          <p:sp>
            <p:nvSpPr>
              <p:cNvPr id="171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8" name="Groupe 1007"/>
            <p:cNvGrpSpPr/>
            <p:nvPr userDrawn="1"/>
          </p:nvGrpSpPr>
          <p:grpSpPr>
            <a:xfrm>
              <a:off x="553803" y="4428526"/>
              <a:ext cx="3679737" cy="121564"/>
              <a:chOff x="2746375" y="570435"/>
              <a:chExt cx="3387725" cy="111917"/>
            </a:xfrm>
          </p:grpSpPr>
          <p:sp>
            <p:nvSpPr>
              <p:cNvPr id="164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9" name="Groupe 1008"/>
            <p:cNvGrpSpPr/>
            <p:nvPr userDrawn="1"/>
          </p:nvGrpSpPr>
          <p:grpSpPr>
            <a:xfrm>
              <a:off x="553803" y="4644705"/>
              <a:ext cx="3679737" cy="121564"/>
              <a:chOff x="2746375" y="570435"/>
              <a:chExt cx="3387725" cy="111917"/>
            </a:xfrm>
          </p:grpSpPr>
          <p:sp>
            <p:nvSpPr>
              <p:cNvPr id="157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0" name="Groupe 1009"/>
            <p:cNvGrpSpPr/>
            <p:nvPr userDrawn="1"/>
          </p:nvGrpSpPr>
          <p:grpSpPr>
            <a:xfrm>
              <a:off x="553803" y="4860885"/>
              <a:ext cx="3679737" cy="121564"/>
              <a:chOff x="2746375" y="570435"/>
              <a:chExt cx="3387725" cy="111917"/>
            </a:xfrm>
          </p:grpSpPr>
          <p:sp>
            <p:nvSpPr>
              <p:cNvPr id="150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1" name="Groupe 1010"/>
            <p:cNvGrpSpPr/>
            <p:nvPr userDrawn="1"/>
          </p:nvGrpSpPr>
          <p:grpSpPr>
            <a:xfrm>
              <a:off x="553803" y="5077065"/>
              <a:ext cx="3679737" cy="121564"/>
              <a:chOff x="2746375" y="570435"/>
              <a:chExt cx="3387725" cy="111917"/>
            </a:xfrm>
          </p:grpSpPr>
          <p:sp>
            <p:nvSpPr>
              <p:cNvPr id="143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2" name="Groupe 1011"/>
            <p:cNvGrpSpPr/>
            <p:nvPr userDrawn="1"/>
          </p:nvGrpSpPr>
          <p:grpSpPr>
            <a:xfrm>
              <a:off x="553803" y="5293244"/>
              <a:ext cx="3679737" cy="121564"/>
              <a:chOff x="2746375" y="570435"/>
              <a:chExt cx="3387725" cy="111917"/>
            </a:xfrm>
          </p:grpSpPr>
          <p:sp>
            <p:nvSpPr>
              <p:cNvPr id="136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3" name="Groupe 1012"/>
            <p:cNvGrpSpPr/>
            <p:nvPr userDrawn="1"/>
          </p:nvGrpSpPr>
          <p:grpSpPr>
            <a:xfrm>
              <a:off x="553803" y="5509422"/>
              <a:ext cx="3679737" cy="121564"/>
              <a:chOff x="2746375" y="570435"/>
              <a:chExt cx="3387725" cy="111917"/>
            </a:xfrm>
          </p:grpSpPr>
          <p:sp>
            <p:nvSpPr>
              <p:cNvPr id="129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9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69" name="Groupe 2068"/>
            <p:cNvGrpSpPr/>
            <p:nvPr userDrawn="1"/>
          </p:nvGrpSpPr>
          <p:grpSpPr>
            <a:xfrm>
              <a:off x="553803" y="5725601"/>
              <a:ext cx="3679737" cy="10613"/>
              <a:chOff x="553803" y="5725601"/>
              <a:chExt cx="3679737" cy="10613"/>
            </a:xfrm>
          </p:grpSpPr>
          <p:sp>
            <p:nvSpPr>
              <p:cNvPr id="2034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553803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66089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767988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877010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98506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109216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120118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130827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1416331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1525354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163244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1739539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1848561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195661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206371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217273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227982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238788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249690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260399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271109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2820112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2928169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3035262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314428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325137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3359434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346845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357554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3683606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379166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3899720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400681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411583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422389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sp>
          <p:nvSpPr>
            <p:cNvPr id="2139" name="Oval 870"/>
            <p:cNvSpPr>
              <a:spLocks noChangeArrowheads="1"/>
            </p:cNvSpPr>
            <p:nvPr userDrawn="1"/>
          </p:nvSpPr>
          <p:spPr bwMode="auto">
            <a:xfrm flipV="1">
              <a:off x="431965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0" name="Oval 871"/>
            <p:cNvSpPr>
              <a:spLocks noChangeArrowheads="1"/>
            </p:cNvSpPr>
            <p:nvPr userDrawn="1"/>
          </p:nvSpPr>
          <p:spPr bwMode="auto">
            <a:xfrm flipV="1">
              <a:off x="4426751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1" name="Oval 872"/>
            <p:cNvSpPr>
              <a:spLocks noChangeArrowheads="1"/>
            </p:cNvSpPr>
            <p:nvPr userDrawn="1"/>
          </p:nvSpPr>
          <p:spPr bwMode="auto">
            <a:xfrm flipV="1">
              <a:off x="4533843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2" name="Oval 873"/>
            <p:cNvSpPr>
              <a:spLocks noChangeArrowheads="1"/>
            </p:cNvSpPr>
            <p:nvPr userDrawn="1"/>
          </p:nvSpPr>
          <p:spPr bwMode="auto">
            <a:xfrm flipV="1">
              <a:off x="4642865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3" name="Oval 874"/>
            <p:cNvSpPr>
              <a:spLocks noChangeArrowheads="1"/>
            </p:cNvSpPr>
            <p:nvPr userDrawn="1"/>
          </p:nvSpPr>
          <p:spPr bwMode="auto">
            <a:xfrm flipV="1">
              <a:off x="4750923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4" name="Oval 875"/>
            <p:cNvSpPr>
              <a:spLocks noChangeArrowheads="1"/>
            </p:cNvSpPr>
            <p:nvPr userDrawn="1"/>
          </p:nvSpPr>
          <p:spPr bwMode="auto">
            <a:xfrm flipV="1">
              <a:off x="4858015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5" name="Oval 876"/>
            <p:cNvSpPr>
              <a:spLocks noChangeArrowheads="1"/>
            </p:cNvSpPr>
            <p:nvPr userDrawn="1"/>
          </p:nvSpPr>
          <p:spPr bwMode="auto">
            <a:xfrm flipV="1">
              <a:off x="496703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6" name="Oval 877"/>
            <p:cNvSpPr>
              <a:spLocks noChangeArrowheads="1"/>
            </p:cNvSpPr>
            <p:nvPr userDrawn="1"/>
          </p:nvSpPr>
          <p:spPr bwMode="auto">
            <a:xfrm flipV="1">
              <a:off x="5074129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7" name="Oval 878"/>
            <p:cNvSpPr>
              <a:spLocks noChangeArrowheads="1"/>
            </p:cNvSpPr>
            <p:nvPr userDrawn="1"/>
          </p:nvSpPr>
          <p:spPr bwMode="auto">
            <a:xfrm flipV="1">
              <a:off x="5182187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4" name="Oval 905"/>
            <p:cNvSpPr>
              <a:spLocks noChangeArrowheads="1"/>
            </p:cNvSpPr>
            <p:nvPr userDrawn="1"/>
          </p:nvSpPr>
          <p:spPr bwMode="auto">
            <a:xfrm flipV="1">
              <a:off x="4319659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5" name="Oval 906"/>
            <p:cNvSpPr>
              <a:spLocks noChangeArrowheads="1"/>
            </p:cNvSpPr>
            <p:nvPr userDrawn="1"/>
          </p:nvSpPr>
          <p:spPr bwMode="auto">
            <a:xfrm flipV="1">
              <a:off x="4426753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6" name="Oval 907"/>
            <p:cNvSpPr>
              <a:spLocks noChangeArrowheads="1"/>
            </p:cNvSpPr>
            <p:nvPr userDrawn="1"/>
          </p:nvSpPr>
          <p:spPr bwMode="auto">
            <a:xfrm flipV="1">
              <a:off x="4533845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7" name="Oval 908"/>
            <p:cNvSpPr>
              <a:spLocks noChangeArrowheads="1"/>
            </p:cNvSpPr>
            <p:nvPr userDrawn="1"/>
          </p:nvSpPr>
          <p:spPr bwMode="auto">
            <a:xfrm flipV="1">
              <a:off x="4642867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8" name="Oval 909"/>
            <p:cNvSpPr>
              <a:spLocks noChangeArrowheads="1"/>
            </p:cNvSpPr>
            <p:nvPr userDrawn="1"/>
          </p:nvSpPr>
          <p:spPr bwMode="auto">
            <a:xfrm flipV="1">
              <a:off x="4750926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9" name="Oval 910"/>
            <p:cNvSpPr>
              <a:spLocks noChangeArrowheads="1"/>
            </p:cNvSpPr>
            <p:nvPr userDrawn="1"/>
          </p:nvSpPr>
          <p:spPr bwMode="auto">
            <a:xfrm flipV="1">
              <a:off x="485801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0" name="Oval 911"/>
            <p:cNvSpPr>
              <a:spLocks noChangeArrowheads="1"/>
            </p:cNvSpPr>
            <p:nvPr userDrawn="1"/>
          </p:nvSpPr>
          <p:spPr bwMode="auto">
            <a:xfrm flipV="1">
              <a:off x="4967042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1" name="Oval 912"/>
            <p:cNvSpPr>
              <a:spLocks noChangeArrowheads="1"/>
            </p:cNvSpPr>
            <p:nvPr userDrawn="1"/>
          </p:nvSpPr>
          <p:spPr bwMode="auto">
            <a:xfrm flipV="1">
              <a:off x="5074131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2" name="Oval 913"/>
            <p:cNvSpPr>
              <a:spLocks noChangeArrowheads="1"/>
            </p:cNvSpPr>
            <p:nvPr userDrawn="1"/>
          </p:nvSpPr>
          <p:spPr bwMode="auto">
            <a:xfrm flipV="1">
              <a:off x="518218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0" name="Oval 870"/>
            <p:cNvSpPr>
              <a:spLocks noChangeArrowheads="1"/>
            </p:cNvSpPr>
            <p:nvPr userDrawn="1"/>
          </p:nvSpPr>
          <p:spPr bwMode="auto">
            <a:xfrm flipV="1">
              <a:off x="431965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1" name="Oval 871"/>
            <p:cNvSpPr>
              <a:spLocks noChangeArrowheads="1"/>
            </p:cNvSpPr>
            <p:nvPr userDrawn="1"/>
          </p:nvSpPr>
          <p:spPr bwMode="auto">
            <a:xfrm flipV="1">
              <a:off x="4426751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2" name="Oval 872"/>
            <p:cNvSpPr>
              <a:spLocks noChangeArrowheads="1"/>
            </p:cNvSpPr>
            <p:nvPr userDrawn="1"/>
          </p:nvSpPr>
          <p:spPr bwMode="auto">
            <a:xfrm flipV="1">
              <a:off x="4533843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3" name="Oval 873"/>
            <p:cNvSpPr>
              <a:spLocks noChangeArrowheads="1"/>
            </p:cNvSpPr>
            <p:nvPr userDrawn="1"/>
          </p:nvSpPr>
          <p:spPr bwMode="auto">
            <a:xfrm flipV="1">
              <a:off x="4642865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4" name="Oval 874"/>
            <p:cNvSpPr>
              <a:spLocks noChangeArrowheads="1"/>
            </p:cNvSpPr>
            <p:nvPr userDrawn="1"/>
          </p:nvSpPr>
          <p:spPr bwMode="auto">
            <a:xfrm flipV="1">
              <a:off x="4750923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5" name="Oval 875"/>
            <p:cNvSpPr>
              <a:spLocks noChangeArrowheads="1"/>
            </p:cNvSpPr>
            <p:nvPr userDrawn="1"/>
          </p:nvSpPr>
          <p:spPr bwMode="auto">
            <a:xfrm flipV="1">
              <a:off x="4858015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6" name="Oval 876"/>
            <p:cNvSpPr>
              <a:spLocks noChangeArrowheads="1"/>
            </p:cNvSpPr>
            <p:nvPr userDrawn="1"/>
          </p:nvSpPr>
          <p:spPr bwMode="auto">
            <a:xfrm flipV="1">
              <a:off x="496703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7" name="Oval 877"/>
            <p:cNvSpPr>
              <a:spLocks noChangeArrowheads="1"/>
            </p:cNvSpPr>
            <p:nvPr userDrawn="1"/>
          </p:nvSpPr>
          <p:spPr bwMode="auto">
            <a:xfrm flipV="1">
              <a:off x="5074129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8" name="Oval 878"/>
            <p:cNvSpPr>
              <a:spLocks noChangeArrowheads="1"/>
            </p:cNvSpPr>
            <p:nvPr userDrawn="1"/>
          </p:nvSpPr>
          <p:spPr bwMode="auto">
            <a:xfrm flipV="1">
              <a:off x="5182187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5" name="Oval 905"/>
            <p:cNvSpPr>
              <a:spLocks noChangeArrowheads="1"/>
            </p:cNvSpPr>
            <p:nvPr userDrawn="1"/>
          </p:nvSpPr>
          <p:spPr bwMode="auto">
            <a:xfrm flipV="1">
              <a:off x="4319659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6" name="Oval 906"/>
            <p:cNvSpPr>
              <a:spLocks noChangeArrowheads="1"/>
            </p:cNvSpPr>
            <p:nvPr userDrawn="1"/>
          </p:nvSpPr>
          <p:spPr bwMode="auto">
            <a:xfrm flipV="1">
              <a:off x="4426753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7" name="Oval 907"/>
            <p:cNvSpPr>
              <a:spLocks noChangeArrowheads="1"/>
            </p:cNvSpPr>
            <p:nvPr userDrawn="1"/>
          </p:nvSpPr>
          <p:spPr bwMode="auto">
            <a:xfrm flipV="1">
              <a:off x="4533845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8" name="Oval 908"/>
            <p:cNvSpPr>
              <a:spLocks noChangeArrowheads="1"/>
            </p:cNvSpPr>
            <p:nvPr userDrawn="1"/>
          </p:nvSpPr>
          <p:spPr bwMode="auto">
            <a:xfrm flipV="1">
              <a:off x="4642867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9" name="Oval 909"/>
            <p:cNvSpPr>
              <a:spLocks noChangeArrowheads="1"/>
            </p:cNvSpPr>
            <p:nvPr userDrawn="1"/>
          </p:nvSpPr>
          <p:spPr bwMode="auto">
            <a:xfrm flipV="1">
              <a:off x="4750926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0" name="Oval 910"/>
            <p:cNvSpPr>
              <a:spLocks noChangeArrowheads="1"/>
            </p:cNvSpPr>
            <p:nvPr userDrawn="1"/>
          </p:nvSpPr>
          <p:spPr bwMode="auto">
            <a:xfrm flipV="1">
              <a:off x="485801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1" name="Oval 911"/>
            <p:cNvSpPr>
              <a:spLocks noChangeArrowheads="1"/>
            </p:cNvSpPr>
            <p:nvPr userDrawn="1"/>
          </p:nvSpPr>
          <p:spPr bwMode="auto">
            <a:xfrm flipV="1">
              <a:off x="4967042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2" name="Oval 912"/>
            <p:cNvSpPr>
              <a:spLocks noChangeArrowheads="1"/>
            </p:cNvSpPr>
            <p:nvPr userDrawn="1"/>
          </p:nvSpPr>
          <p:spPr bwMode="auto">
            <a:xfrm flipV="1">
              <a:off x="5074131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3" name="Oval 913"/>
            <p:cNvSpPr>
              <a:spLocks noChangeArrowheads="1"/>
            </p:cNvSpPr>
            <p:nvPr userDrawn="1"/>
          </p:nvSpPr>
          <p:spPr bwMode="auto">
            <a:xfrm flipV="1">
              <a:off x="518218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1" name="Oval 870"/>
            <p:cNvSpPr>
              <a:spLocks noChangeArrowheads="1"/>
            </p:cNvSpPr>
            <p:nvPr userDrawn="1"/>
          </p:nvSpPr>
          <p:spPr bwMode="auto">
            <a:xfrm flipV="1">
              <a:off x="431965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2" name="Oval 871"/>
            <p:cNvSpPr>
              <a:spLocks noChangeArrowheads="1"/>
            </p:cNvSpPr>
            <p:nvPr userDrawn="1"/>
          </p:nvSpPr>
          <p:spPr bwMode="auto">
            <a:xfrm flipV="1">
              <a:off x="4426751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3" name="Oval 872"/>
            <p:cNvSpPr>
              <a:spLocks noChangeArrowheads="1"/>
            </p:cNvSpPr>
            <p:nvPr userDrawn="1"/>
          </p:nvSpPr>
          <p:spPr bwMode="auto">
            <a:xfrm flipV="1">
              <a:off x="4533843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4" name="Oval 873"/>
            <p:cNvSpPr>
              <a:spLocks noChangeArrowheads="1"/>
            </p:cNvSpPr>
            <p:nvPr userDrawn="1"/>
          </p:nvSpPr>
          <p:spPr bwMode="auto">
            <a:xfrm flipV="1">
              <a:off x="4642865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5" name="Oval 874"/>
            <p:cNvSpPr>
              <a:spLocks noChangeArrowheads="1"/>
            </p:cNvSpPr>
            <p:nvPr userDrawn="1"/>
          </p:nvSpPr>
          <p:spPr bwMode="auto">
            <a:xfrm flipV="1">
              <a:off x="4750923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6" name="Oval 875"/>
            <p:cNvSpPr>
              <a:spLocks noChangeArrowheads="1"/>
            </p:cNvSpPr>
            <p:nvPr userDrawn="1"/>
          </p:nvSpPr>
          <p:spPr bwMode="auto">
            <a:xfrm flipV="1">
              <a:off x="4858015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7" name="Oval 876"/>
            <p:cNvSpPr>
              <a:spLocks noChangeArrowheads="1"/>
            </p:cNvSpPr>
            <p:nvPr userDrawn="1"/>
          </p:nvSpPr>
          <p:spPr bwMode="auto">
            <a:xfrm flipV="1">
              <a:off x="496703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8" name="Oval 877"/>
            <p:cNvSpPr>
              <a:spLocks noChangeArrowheads="1"/>
            </p:cNvSpPr>
            <p:nvPr userDrawn="1"/>
          </p:nvSpPr>
          <p:spPr bwMode="auto">
            <a:xfrm flipV="1">
              <a:off x="5074129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9" name="Oval 878"/>
            <p:cNvSpPr>
              <a:spLocks noChangeArrowheads="1"/>
            </p:cNvSpPr>
            <p:nvPr userDrawn="1"/>
          </p:nvSpPr>
          <p:spPr bwMode="auto">
            <a:xfrm flipV="1">
              <a:off x="5182187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6" name="Oval 905"/>
            <p:cNvSpPr>
              <a:spLocks noChangeArrowheads="1"/>
            </p:cNvSpPr>
            <p:nvPr userDrawn="1"/>
          </p:nvSpPr>
          <p:spPr bwMode="auto">
            <a:xfrm flipV="1">
              <a:off x="4319659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7" name="Oval 906"/>
            <p:cNvSpPr>
              <a:spLocks noChangeArrowheads="1"/>
            </p:cNvSpPr>
            <p:nvPr userDrawn="1"/>
          </p:nvSpPr>
          <p:spPr bwMode="auto">
            <a:xfrm flipV="1">
              <a:off x="4426753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8" name="Oval 907"/>
            <p:cNvSpPr>
              <a:spLocks noChangeArrowheads="1"/>
            </p:cNvSpPr>
            <p:nvPr userDrawn="1"/>
          </p:nvSpPr>
          <p:spPr bwMode="auto">
            <a:xfrm flipV="1">
              <a:off x="4533845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9" name="Oval 908"/>
            <p:cNvSpPr>
              <a:spLocks noChangeArrowheads="1"/>
            </p:cNvSpPr>
            <p:nvPr userDrawn="1"/>
          </p:nvSpPr>
          <p:spPr bwMode="auto">
            <a:xfrm flipV="1">
              <a:off x="4642867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0" name="Oval 909"/>
            <p:cNvSpPr>
              <a:spLocks noChangeArrowheads="1"/>
            </p:cNvSpPr>
            <p:nvPr userDrawn="1"/>
          </p:nvSpPr>
          <p:spPr bwMode="auto">
            <a:xfrm flipV="1">
              <a:off x="4750926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1" name="Oval 910"/>
            <p:cNvSpPr>
              <a:spLocks noChangeArrowheads="1"/>
            </p:cNvSpPr>
            <p:nvPr userDrawn="1"/>
          </p:nvSpPr>
          <p:spPr bwMode="auto">
            <a:xfrm flipV="1">
              <a:off x="485801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2" name="Oval 911"/>
            <p:cNvSpPr>
              <a:spLocks noChangeArrowheads="1"/>
            </p:cNvSpPr>
            <p:nvPr userDrawn="1"/>
          </p:nvSpPr>
          <p:spPr bwMode="auto">
            <a:xfrm flipV="1">
              <a:off x="4967042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3" name="Oval 912"/>
            <p:cNvSpPr>
              <a:spLocks noChangeArrowheads="1"/>
            </p:cNvSpPr>
            <p:nvPr userDrawn="1"/>
          </p:nvSpPr>
          <p:spPr bwMode="auto">
            <a:xfrm flipV="1">
              <a:off x="5074131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4" name="Oval 913"/>
            <p:cNvSpPr>
              <a:spLocks noChangeArrowheads="1"/>
            </p:cNvSpPr>
            <p:nvPr userDrawn="1"/>
          </p:nvSpPr>
          <p:spPr bwMode="auto">
            <a:xfrm flipV="1">
              <a:off x="518218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2" name="Oval 870"/>
            <p:cNvSpPr>
              <a:spLocks noChangeArrowheads="1"/>
            </p:cNvSpPr>
            <p:nvPr userDrawn="1"/>
          </p:nvSpPr>
          <p:spPr bwMode="auto">
            <a:xfrm flipV="1">
              <a:off x="431965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3" name="Oval 871"/>
            <p:cNvSpPr>
              <a:spLocks noChangeArrowheads="1"/>
            </p:cNvSpPr>
            <p:nvPr userDrawn="1"/>
          </p:nvSpPr>
          <p:spPr bwMode="auto">
            <a:xfrm flipV="1">
              <a:off x="4426751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4" name="Oval 872"/>
            <p:cNvSpPr>
              <a:spLocks noChangeArrowheads="1"/>
            </p:cNvSpPr>
            <p:nvPr userDrawn="1"/>
          </p:nvSpPr>
          <p:spPr bwMode="auto">
            <a:xfrm flipV="1">
              <a:off x="4533843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5" name="Oval 873"/>
            <p:cNvSpPr>
              <a:spLocks noChangeArrowheads="1"/>
            </p:cNvSpPr>
            <p:nvPr userDrawn="1"/>
          </p:nvSpPr>
          <p:spPr bwMode="auto">
            <a:xfrm flipV="1">
              <a:off x="4642865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6" name="Oval 874"/>
            <p:cNvSpPr>
              <a:spLocks noChangeArrowheads="1"/>
            </p:cNvSpPr>
            <p:nvPr userDrawn="1"/>
          </p:nvSpPr>
          <p:spPr bwMode="auto">
            <a:xfrm flipV="1">
              <a:off x="4750923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7" name="Oval 875"/>
            <p:cNvSpPr>
              <a:spLocks noChangeArrowheads="1"/>
            </p:cNvSpPr>
            <p:nvPr userDrawn="1"/>
          </p:nvSpPr>
          <p:spPr bwMode="auto">
            <a:xfrm flipV="1">
              <a:off x="4858015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8" name="Oval 876"/>
            <p:cNvSpPr>
              <a:spLocks noChangeArrowheads="1"/>
            </p:cNvSpPr>
            <p:nvPr userDrawn="1"/>
          </p:nvSpPr>
          <p:spPr bwMode="auto">
            <a:xfrm flipV="1">
              <a:off x="496703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9" name="Oval 877"/>
            <p:cNvSpPr>
              <a:spLocks noChangeArrowheads="1"/>
            </p:cNvSpPr>
            <p:nvPr userDrawn="1"/>
          </p:nvSpPr>
          <p:spPr bwMode="auto">
            <a:xfrm flipV="1">
              <a:off x="5074129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60" name="Oval 878"/>
            <p:cNvSpPr>
              <a:spLocks noChangeArrowheads="1"/>
            </p:cNvSpPr>
            <p:nvPr userDrawn="1"/>
          </p:nvSpPr>
          <p:spPr bwMode="auto">
            <a:xfrm flipV="1">
              <a:off x="5182187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7" name="Oval 905"/>
            <p:cNvSpPr>
              <a:spLocks noChangeArrowheads="1"/>
            </p:cNvSpPr>
            <p:nvPr userDrawn="1"/>
          </p:nvSpPr>
          <p:spPr bwMode="auto">
            <a:xfrm flipV="1">
              <a:off x="4319659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8" name="Oval 906"/>
            <p:cNvSpPr>
              <a:spLocks noChangeArrowheads="1"/>
            </p:cNvSpPr>
            <p:nvPr userDrawn="1"/>
          </p:nvSpPr>
          <p:spPr bwMode="auto">
            <a:xfrm flipV="1">
              <a:off x="4426753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9" name="Oval 907"/>
            <p:cNvSpPr>
              <a:spLocks noChangeArrowheads="1"/>
            </p:cNvSpPr>
            <p:nvPr userDrawn="1"/>
          </p:nvSpPr>
          <p:spPr bwMode="auto">
            <a:xfrm flipV="1">
              <a:off x="4533845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0" name="Oval 908"/>
            <p:cNvSpPr>
              <a:spLocks noChangeArrowheads="1"/>
            </p:cNvSpPr>
            <p:nvPr userDrawn="1"/>
          </p:nvSpPr>
          <p:spPr bwMode="auto">
            <a:xfrm flipV="1">
              <a:off x="4642867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1" name="Oval 909"/>
            <p:cNvSpPr>
              <a:spLocks noChangeArrowheads="1"/>
            </p:cNvSpPr>
            <p:nvPr userDrawn="1"/>
          </p:nvSpPr>
          <p:spPr bwMode="auto">
            <a:xfrm flipV="1">
              <a:off x="4750926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2" name="Oval 910"/>
            <p:cNvSpPr>
              <a:spLocks noChangeArrowheads="1"/>
            </p:cNvSpPr>
            <p:nvPr userDrawn="1"/>
          </p:nvSpPr>
          <p:spPr bwMode="auto">
            <a:xfrm flipV="1">
              <a:off x="485801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3" name="Oval 911"/>
            <p:cNvSpPr>
              <a:spLocks noChangeArrowheads="1"/>
            </p:cNvSpPr>
            <p:nvPr userDrawn="1"/>
          </p:nvSpPr>
          <p:spPr bwMode="auto">
            <a:xfrm flipV="1">
              <a:off x="4967042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4" name="Oval 912"/>
            <p:cNvSpPr>
              <a:spLocks noChangeArrowheads="1"/>
            </p:cNvSpPr>
            <p:nvPr userDrawn="1"/>
          </p:nvSpPr>
          <p:spPr bwMode="auto">
            <a:xfrm flipV="1">
              <a:off x="5074131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5" name="Oval 913"/>
            <p:cNvSpPr>
              <a:spLocks noChangeArrowheads="1"/>
            </p:cNvSpPr>
            <p:nvPr userDrawn="1"/>
          </p:nvSpPr>
          <p:spPr bwMode="auto">
            <a:xfrm flipV="1">
              <a:off x="518218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3" name="Oval 870"/>
            <p:cNvSpPr>
              <a:spLocks noChangeArrowheads="1"/>
            </p:cNvSpPr>
            <p:nvPr userDrawn="1"/>
          </p:nvSpPr>
          <p:spPr bwMode="auto">
            <a:xfrm flipV="1">
              <a:off x="431965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4" name="Oval 871"/>
            <p:cNvSpPr>
              <a:spLocks noChangeArrowheads="1"/>
            </p:cNvSpPr>
            <p:nvPr userDrawn="1"/>
          </p:nvSpPr>
          <p:spPr bwMode="auto">
            <a:xfrm flipV="1">
              <a:off x="4426751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5" name="Oval 872"/>
            <p:cNvSpPr>
              <a:spLocks noChangeArrowheads="1"/>
            </p:cNvSpPr>
            <p:nvPr userDrawn="1"/>
          </p:nvSpPr>
          <p:spPr bwMode="auto">
            <a:xfrm flipV="1">
              <a:off x="4533843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6" name="Oval 873"/>
            <p:cNvSpPr>
              <a:spLocks noChangeArrowheads="1"/>
            </p:cNvSpPr>
            <p:nvPr userDrawn="1"/>
          </p:nvSpPr>
          <p:spPr bwMode="auto">
            <a:xfrm flipV="1">
              <a:off x="4642865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7" name="Oval 874"/>
            <p:cNvSpPr>
              <a:spLocks noChangeArrowheads="1"/>
            </p:cNvSpPr>
            <p:nvPr userDrawn="1"/>
          </p:nvSpPr>
          <p:spPr bwMode="auto">
            <a:xfrm flipV="1">
              <a:off x="4750923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8" name="Oval 875"/>
            <p:cNvSpPr>
              <a:spLocks noChangeArrowheads="1"/>
            </p:cNvSpPr>
            <p:nvPr userDrawn="1"/>
          </p:nvSpPr>
          <p:spPr bwMode="auto">
            <a:xfrm flipV="1">
              <a:off x="4858015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9" name="Oval 876"/>
            <p:cNvSpPr>
              <a:spLocks noChangeArrowheads="1"/>
            </p:cNvSpPr>
            <p:nvPr userDrawn="1"/>
          </p:nvSpPr>
          <p:spPr bwMode="auto">
            <a:xfrm flipV="1">
              <a:off x="496703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30" name="Oval 877"/>
            <p:cNvSpPr>
              <a:spLocks noChangeArrowheads="1"/>
            </p:cNvSpPr>
            <p:nvPr userDrawn="1"/>
          </p:nvSpPr>
          <p:spPr bwMode="auto">
            <a:xfrm flipV="1">
              <a:off x="5074129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31" name="Oval 878"/>
            <p:cNvSpPr>
              <a:spLocks noChangeArrowheads="1"/>
            </p:cNvSpPr>
            <p:nvPr userDrawn="1"/>
          </p:nvSpPr>
          <p:spPr bwMode="auto">
            <a:xfrm flipV="1">
              <a:off x="5182187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58" name="Oval 905"/>
            <p:cNvSpPr>
              <a:spLocks noChangeArrowheads="1"/>
            </p:cNvSpPr>
            <p:nvPr userDrawn="1"/>
          </p:nvSpPr>
          <p:spPr bwMode="auto">
            <a:xfrm flipV="1">
              <a:off x="4319659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59" name="Oval 906"/>
            <p:cNvSpPr>
              <a:spLocks noChangeArrowheads="1"/>
            </p:cNvSpPr>
            <p:nvPr userDrawn="1"/>
          </p:nvSpPr>
          <p:spPr bwMode="auto">
            <a:xfrm flipV="1">
              <a:off x="4426753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0" name="Oval 907"/>
            <p:cNvSpPr>
              <a:spLocks noChangeArrowheads="1"/>
            </p:cNvSpPr>
            <p:nvPr userDrawn="1"/>
          </p:nvSpPr>
          <p:spPr bwMode="auto">
            <a:xfrm flipV="1">
              <a:off x="4533845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1" name="Oval 908"/>
            <p:cNvSpPr>
              <a:spLocks noChangeArrowheads="1"/>
            </p:cNvSpPr>
            <p:nvPr userDrawn="1"/>
          </p:nvSpPr>
          <p:spPr bwMode="auto">
            <a:xfrm flipV="1">
              <a:off x="4642867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2" name="Oval 909"/>
            <p:cNvSpPr>
              <a:spLocks noChangeArrowheads="1"/>
            </p:cNvSpPr>
            <p:nvPr userDrawn="1"/>
          </p:nvSpPr>
          <p:spPr bwMode="auto">
            <a:xfrm flipV="1">
              <a:off x="4750926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3" name="Oval 910"/>
            <p:cNvSpPr>
              <a:spLocks noChangeArrowheads="1"/>
            </p:cNvSpPr>
            <p:nvPr userDrawn="1"/>
          </p:nvSpPr>
          <p:spPr bwMode="auto">
            <a:xfrm flipV="1">
              <a:off x="485801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4" name="Oval 911"/>
            <p:cNvSpPr>
              <a:spLocks noChangeArrowheads="1"/>
            </p:cNvSpPr>
            <p:nvPr userDrawn="1"/>
          </p:nvSpPr>
          <p:spPr bwMode="auto">
            <a:xfrm flipV="1">
              <a:off x="4967042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5" name="Oval 912"/>
            <p:cNvSpPr>
              <a:spLocks noChangeArrowheads="1"/>
            </p:cNvSpPr>
            <p:nvPr userDrawn="1"/>
          </p:nvSpPr>
          <p:spPr bwMode="auto">
            <a:xfrm flipV="1">
              <a:off x="5074131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6" name="Oval 913"/>
            <p:cNvSpPr>
              <a:spLocks noChangeArrowheads="1"/>
            </p:cNvSpPr>
            <p:nvPr userDrawn="1"/>
          </p:nvSpPr>
          <p:spPr bwMode="auto">
            <a:xfrm flipV="1">
              <a:off x="518218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4" name="Oval 870"/>
            <p:cNvSpPr>
              <a:spLocks noChangeArrowheads="1"/>
            </p:cNvSpPr>
            <p:nvPr userDrawn="1"/>
          </p:nvSpPr>
          <p:spPr bwMode="auto">
            <a:xfrm flipV="1">
              <a:off x="431965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5" name="Oval 871"/>
            <p:cNvSpPr>
              <a:spLocks noChangeArrowheads="1"/>
            </p:cNvSpPr>
            <p:nvPr userDrawn="1"/>
          </p:nvSpPr>
          <p:spPr bwMode="auto">
            <a:xfrm flipV="1">
              <a:off x="4426751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6" name="Oval 872"/>
            <p:cNvSpPr>
              <a:spLocks noChangeArrowheads="1"/>
            </p:cNvSpPr>
            <p:nvPr userDrawn="1"/>
          </p:nvSpPr>
          <p:spPr bwMode="auto">
            <a:xfrm flipV="1">
              <a:off x="4533843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7" name="Oval 873"/>
            <p:cNvSpPr>
              <a:spLocks noChangeArrowheads="1"/>
            </p:cNvSpPr>
            <p:nvPr userDrawn="1"/>
          </p:nvSpPr>
          <p:spPr bwMode="auto">
            <a:xfrm flipV="1">
              <a:off x="4642865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8" name="Oval 874"/>
            <p:cNvSpPr>
              <a:spLocks noChangeArrowheads="1"/>
            </p:cNvSpPr>
            <p:nvPr userDrawn="1"/>
          </p:nvSpPr>
          <p:spPr bwMode="auto">
            <a:xfrm flipV="1">
              <a:off x="4750923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9" name="Oval 875"/>
            <p:cNvSpPr>
              <a:spLocks noChangeArrowheads="1"/>
            </p:cNvSpPr>
            <p:nvPr userDrawn="1"/>
          </p:nvSpPr>
          <p:spPr bwMode="auto">
            <a:xfrm flipV="1">
              <a:off x="4858015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0" name="Oval 876"/>
            <p:cNvSpPr>
              <a:spLocks noChangeArrowheads="1"/>
            </p:cNvSpPr>
            <p:nvPr userDrawn="1"/>
          </p:nvSpPr>
          <p:spPr bwMode="auto">
            <a:xfrm flipV="1">
              <a:off x="496703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1" name="Oval 877"/>
            <p:cNvSpPr>
              <a:spLocks noChangeArrowheads="1"/>
            </p:cNvSpPr>
            <p:nvPr userDrawn="1"/>
          </p:nvSpPr>
          <p:spPr bwMode="auto">
            <a:xfrm flipV="1">
              <a:off x="5074129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2" name="Oval 878"/>
            <p:cNvSpPr>
              <a:spLocks noChangeArrowheads="1"/>
            </p:cNvSpPr>
            <p:nvPr userDrawn="1"/>
          </p:nvSpPr>
          <p:spPr bwMode="auto">
            <a:xfrm flipV="1">
              <a:off x="5182187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29" name="Oval 905"/>
            <p:cNvSpPr>
              <a:spLocks noChangeArrowheads="1"/>
            </p:cNvSpPr>
            <p:nvPr userDrawn="1"/>
          </p:nvSpPr>
          <p:spPr bwMode="auto">
            <a:xfrm flipV="1">
              <a:off x="4319659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0" name="Oval 906"/>
            <p:cNvSpPr>
              <a:spLocks noChangeArrowheads="1"/>
            </p:cNvSpPr>
            <p:nvPr userDrawn="1"/>
          </p:nvSpPr>
          <p:spPr bwMode="auto">
            <a:xfrm flipV="1">
              <a:off x="4426753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1" name="Oval 907"/>
            <p:cNvSpPr>
              <a:spLocks noChangeArrowheads="1"/>
            </p:cNvSpPr>
            <p:nvPr userDrawn="1"/>
          </p:nvSpPr>
          <p:spPr bwMode="auto">
            <a:xfrm flipV="1">
              <a:off x="4533845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2" name="Oval 908"/>
            <p:cNvSpPr>
              <a:spLocks noChangeArrowheads="1"/>
            </p:cNvSpPr>
            <p:nvPr userDrawn="1"/>
          </p:nvSpPr>
          <p:spPr bwMode="auto">
            <a:xfrm flipV="1">
              <a:off x="4642867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3" name="Oval 909"/>
            <p:cNvSpPr>
              <a:spLocks noChangeArrowheads="1"/>
            </p:cNvSpPr>
            <p:nvPr userDrawn="1"/>
          </p:nvSpPr>
          <p:spPr bwMode="auto">
            <a:xfrm flipV="1">
              <a:off x="4750926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4" name="Oval 910"/>
            <p:cNvSpPr>
              <a:spLocks noChangeArrowheads="1"/>
            </p:cNvSpPr>
            <p:nvPr userDrawn="1"/>
          </p:nvSpPr>
          <p:spPr bwMode="auto">
            <a:xfrm flipV="1">
              <a:off x="485801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5" name="Oval 911"/>
            <p:cNvSpPr>
              <a:spLocks noChangeArrowheads="1"/>
            </p:cNvSpPr>
            <p:nvPr userDrawn="1"/>
          </p:nvSpPr>
          <p:spPr bwMode="auto">
            <a:xfrm flipV="1">
              <a:off x="4967042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6" name="Oval 912"/>
            <p:cNvSpPr>
              <a:spLocks noChangeArrowheads="1"/>
            </p:cNvSpPr>
            <p:nvPr userDrawn="1"/>
          </p:nvSpPr>
          <p:spPr bwMode="auto">
            <a:xfrm flipV="1">
              <a:off x="5074131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7" name="Oval 913"/>
            <p:cNvSpPr>
              <a:spLocks noChangeArrowheads="1"/>
            </p:cNvSpPr>
            <p:nvPr userDrawn="1"/>
          </p:nvSpPr>
          <p:spPr bwMode="auto">
            <a:xfrm flipV="1">
              <a:off x="518218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5" name="Oval 870"/>
            <p:cNvSpPr>
              <a:spLocks noChangeArrowheads="1"/>
            </p:cNvSpPr>
            <p:nvPr userDrawn="1"/>
          </p:nvSpPr>
          <p:spPr bwMode="auto">
            <a:xfrm flipV="1">
              <a:off x="431965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6" name="Oval 871"/>
            <p:cNvSpPr>
              <a:spLocks noChangeArrowheads="1"/>
            </p:cNvSpPr>
            <p:nvPr userDrawn="1"/>
          </p:nvSpPr>
          <p:spPr bwMode="auto">
            <a:xfrm flipV="1">
              <a:off x="4426751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7" name="Oval 872"/>
            <p:cNvSpPr>
              <a:spLocks noChangeArrowheads="1"/>
            </p:cNvSpPr>
            <p:nvPr userDrawn="1"/>
          </p:nvSpPr>
          <p:spPr bwMode="auto">
            <a:xfrm flipV="1">
              <a:off x="4533843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8" name="Oval 873"/>
            <p:cNvSpPr>
              <a:spLocks noChangeArrowheads="1"/>
            </p:cNvSpPr>
            <p:nvPr userDrawn="1"/>
          </p:nvSpPr>
          <p:spPr bwMode="auto">
            <a:xfrm flipV="1">
              <a:off x="4642865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9" name="Oval 874"/>
            <p:cNvSpPr>
              <a:spLocks noChangeArrowheads="1"/>
            </p:cNvSpPr>
            <p:nvPr userDrawn="1"/>
          </p:nvSpPr>
          <p:spPr bwMode="auto">
            <a:xfrm flipV="1">
              <a:off x="4750923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0" name="Oval 875"/>
            <p:cNvSpPr>
              <a:spLocks noChangeArrowheads="1"/>
            </p:cNvSpPr>
            <p:nvPr userDrawn="1"/>
          </p:nvSpPr>
          <p:spPr bwMode="auto">
            <a:xfrm flipV="1">
              <a:off x="4858015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1" name="Oval 876"/>
            <p:cNvSpPr>
              <a:spLocks noChangeArrowheads="1"/>
            </p:cNvSpPr>
            <p:nvPr userDrawn="1"/>
          </p:nvSpPr>
          <p:spPr bwMode="auto">
            <a:xfrm flipV="1">
              <a:off x="496703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2" name="Oval 877"/>
            <p:cNvSpPr>
              <a:spLocks noChangeArrowheads="1"/>
            </p:cNvSpPr>
            <p:nvPr userDrawn="1"/>
          </p:nvSpPr>
          <p:spPr bwMode="auto">
            <a:xfrm flipV="1">
              <a:off x="5074129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3" name="Oval 878"/>
            <p:cNvSpPr>
              <a:spLocks noChangeArrowheads="1"/>
            </p:cNvSpPr>
            <p:nvPr userDrawn="1"/>
          </p:nvSpPr>
          <p:spPr bwMode="auto">
            <a:xfrm flipV="1">
              <a:off x="5182187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0" name="Oval 905"/>
            <p:cNvSpPr>
              <a:spLocks noChangeArrowheads="1"/>
            </p:cNvSpPr>
            <p:nvPr userDrawn="1"/>
          </p:nvSpPr>
          <p:spPr bwMode="auto">
            <a:xfrm flipV="1">
              <a:off x="4319659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1" name="Oval 906"/>
            <p:cNvSpPr>
              <a:spLocks noChangeArrowheads="1"/>
            </p:cNvSpPr>
            <p:nvPr userDrawn="1"/>
          </p:nvSpPr>
          <p:spPr bwMode="auto">
            <a:xfrm flipV="1">
              <a:off x="4426753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2" name="Oval 907"/>
            <p:cNvSpPr>
              <a:spLocks noChangeArrowheads="1"/>
            </p:cNvSpPr>
            <p:nvPr userDrawn="1"/>
          </p:nvSpPr>
          <p:spPr bwMode="auto">
            <a:xfrm flipV="1">
              <a:off x="4533845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3" name="Oval 908"/>
            <p:cNvSpPr>
              <a:spLocks noChangeArrowheads="1"/>
            </p:cNvSpPr>
            <p:nvPr userDrawn="1"/>
          </p:nvSpPr>
          <p:spPr bwMode="auto">
            <a:xfrm flipV="1">
              <a:off x="4642867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4" name="Oval 909"/>
            <p:cNvSpPr>
              <a:spLocks noChangeArrowheads="1"/>
            </p:cNvSpPr>
            <p:nvPr userDrawn="1"/>
          </p:nvSpPr>
          <p:spPr bwMode="auto">
            <a:xfrm flipV="1">
              <a:off x="4750926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5" name="Oval 910"/>
            <p:cNvSpPr>
              <a:spLocks noChangeArrowheads="1"/>
            </p:cNvSpPr>
            <p:nvPr userDrawn="1"/>
          </p:nvSpPr>
          <p:spPr bwMode="auto">
            <a:xfrm flipV="1">
              <a:off x="485801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6" name="Oval 911"/>
            <p:cNvSpPr>
              <a:spLocks noChangeArrowheads="1"/>
            </p:cNvSpPr>
            <p:nvPr userDrawn="1"/>
          </p:nvSpPr>
          <p:spPr bwMode="auto">
            <a:xfrm flipV="1">
              <a:off x="4967042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7" name="Oval 912"/>
            <p:cNvSpPr>
              <a:spLocks noChangeArrowheads="1"/>
            </p:cNvSpPr>
            <p:nvPr userDrawn="1"/>
          </p:nvSpPr>
          <p:spPr bwMode="auto">
            <a:xfrm flipV="1">
              <a:off x="5074131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8" name="Oval 913"/>
            <p:cNvSpPr>
              <a:spLocks noChangeArrowheads="1"/>
            </p:cNvSpPr>
            <p:nvPr userDrawn="1"/>
          </p:nvSpPr>
          <p:spPr bwMode="auto">
            <a:xfrm flipV="1">
              <a:off x="518218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6" name="Oval 870"/>
            <p:cNvSpPr>
              <a:spLocks noChangeArrowheads="1"/>
            </p:cNvSpPr>
            <p:nvPr userDrawn="1"/>
          </p:nvSpPr>
          <p:spPr bwMode="auto">
            <a:xfrm flipV="1">
              <a:off x="431965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7" name="Oval 871"/>
            <p:cNvSpPr>
              <a:spLocks noChangeArrowheads="1"/>
            </p:cNvSpPr>
            <p:nvPr userDrawn="1"/>
          </p:nvSpPr>
          <p:spPr bwMode="auto">
            <a:xfrm flipV="1">
              <a:off x="4426751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8" name="Oval 872"/>
            <p:cNvSpPr>
              <a:spLocks noChangeArrowheads="1"/>
            </p:cNvSpPr>
            <p:nvPr userDrawn="1"/>
          </p:nvSpPr>
          <p:spPr bwMode="auto">
            <a:xfrm flipV="1">
              <a:off x="4533843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9" name="Oval 873"/>
            <p:cNvSpPr>
              <a:spLocks noChangeArrowheads="1"/>
            </p:cNvSpPr>
            <p:nvPr userDrawn="1"/>
          </p:nvSpPr>
          <p:spPr bwMode="auto">
            <a:xfrm flipV="1">
              <a:off x="4642865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0" name="Oval 874"/>
            <p:cNvSpPr>
              <a:spLocks noChangeArrowheads="1"/>
            </p:cNvSpPr>
            <p:nvPr userDrawn="1"/>
          </p:nvSpPr>
          <p:spPr bwMode="auto">
            <a:xfrm flipV="1">
              <a:off x="4750923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1" name="Oval 875"/>
            <p:cNvSpPr>
              <a:spLocks noChangeArrowheads="1"/>
            </p:cNvSpPr>
            <p:nvPr userDrawn="1"/>
          </p:nvSpPr>
          <p:spPr bwMode="auto">
            <a:xfrm flipV="1">
              <a:off x="4858015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2" name="Oval 876"/>
            <p:cNvSpPr>
              <a:spLocks noChangeArrowheads="1"/>
            </p:cNvSpPr>
            <p:nvPr userDrawn="1"/>
          </p:nvSpPr>
          <p:spPr bwMode="auto">
            <a:xfrm flipV="1">
              <a:off x="496703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3" name="Oval 877"/>
            <p:cNvSpPr>
              <a:spLocks noChangeArrowheads="1"/>
            </p:cNvSpPr>
            <p:nvPr userDrawn="1"/>
          </p:nvSpPr>
          <p:spPr bwMode="auto">
            <a:xfrm flipV="1">
              <a:off x="5074129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4" name="Oval 878"/>
            <p:cNvSpPr>
              <a:spLocks noChangeArrowheads="1"/>
            </p:cNvSpPr>
            <p:nvPr userDrawn="1"/>
          </p:nvSpPr>
          <p:spPr bwMode="auto">
            <a:xfrm flipV="1">
              <a:off x="5182187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1" name="Oval 905"/>
            <p:cNvSpPr>
              <a:spLocks noChangeArrowheads="1"/>
            </p:cNvSpPr>
            <p:nvPr userDrawn="1"/>
          </p:nvSpPr>
          <p:spPr bwMode="auto">
            <a:xfrm flipV="1">
              <a:off x="4319659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2" name="Oval 906"/>
            <p:cNvSpPr>
              <a:spLocks noChangeArrowheads="1"/>
            </p:cNvSpPr>
            <p:nvPr userDrawn="1"/>
          </p:nvSpPr>
          <p:spPr bwMode="auto">
            <a:xfrm flipV="1">
              <a:off x="4426753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3" name="Oval 907"/>
            <p:cNvSpPr>
              <a:spLocks noChangeArrowheads="1"/>
            </p:cNvSpPr>
            <p:nvPr userDrawn="1"/>
          </p:nvSpPr>
          <p:spPr bwMode="auto">
            <a:xfrm flipV="1">
              <a:off x="4533845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4" name="Oval 908"/>
            <p:cNvSpPr>
              <a:spLocks noChangeArrowheads="1"/>
            </p:cNvSpPr>
            <p:nvPr userDrawn="1"/>
          </p:nvSpPr>
          <p:spPr bwMode="auto">
            <a:xfrm flipV="1">
              <a:off x="4642867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5" name="Oval 909"/>
            <p:cNvSpPr>
              <a:spLocks noChangeArrowheads="1"/>
            </p:cNvSpPr>
            <p:nvPr userDrawn="1"/>
          </p:nvSpPr>
          <p:spPr bwMode="auto">
            <a:xfrm flipV="1">
              <a:off x="4750926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6" name="Oval 910"/>
            <p:cNvSpPr>
              <a:spLocks noChangeArrowheads="1"/>
            </p:cNvSpPr>
            <p:nvPr userDrawn="1"/>
          </p:nvSpPr>
          <p:spPr bwMode="auto">
            <a:xfrm flipV="1">
              <a:off x="485801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7" name="Oval 911"/>
            <p:cNvSpPr>
              <a:spLocks noChangeArrowheads="1"/>
            </p:cNvSpPr>
            <p:nvPr userDrawn="1"/>
          </p:nvSpPr>
          <p:spPr bwMode="auto">
            <a:xfrm flipV="1">
              <a:off x="4967042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8" name="Oval 912"/>
            <p:cNvSpPr>
              <a:spLocks noChangeArrowheads="1"/>
            </p:cNvSpPr>
            <p:nvPr userDrawn="1"/>
          </p:nvSpPr>
          <p:spPr bwMode="auto">
            <a:xfrm flipV="1">
              <a:off x="5074131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9" name="Oval 913"/>
            <p:cNvSpPr>
              <a:spLocks noChangeArrowheads="1"/>
            </p:cNvSpPr>
            <p:nvPr userDrawn="1"/>
          </p:nvSpPr>
          <p:spPr bwMode="auto">
            <a:xfrm flipV="1">
              <a:off x="518218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7" name="Oval 870"/>
            <p:cNvSpPr>
              <a:spLocks noChangeArrowheads="1"/>
            </p:cNvSpPr>
            <p:nvPr userDrawn="1"/>
          </p:nvSpPr>
          <p:spPr bwMode="auto">
            <a:xfrm flipV="1">
              <a:off x="431965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8" name="Oval 871"/>
            <p:cNvSpPr>
              <a:spLocks noChangeArrowheads="1"/>
            </p:cNvSpPr>
            <p:nvPr userDrawn="1"/>
          </p:nvSpPr>
          <p:spPr bwMode="auto">
            <a:xfrm flipV="1">
              <a:off x="4426751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9" name="Oval 872"/>
            <p:cNvSpPr>
              <a:spLocks noChangeArrowheads="1"/>
            </p:cNvSpPr>
            <p:nvPr userDrawn="1"/>
          </p:nvSpPr>
          <p:spPr bwMode="auto">
            <a:xfrm flipV="1">
              <a:off x="4533843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0" name="Oval 873"/>
            <p:cNvSpPr>
              <a:spLocks noChangeArrowheads="1"/>
            </p:cNvSpPr>
            <p:nvPr userDrawn="1"/>
          </p:nvSpPr>
          <p:spPr bwMode="auto">
            <a:xfrm flipV="1">
              <a:off x="4642865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1" name="Oval 874"/>
            <p:cNvSpPr>
              <a:spLocks noChangeArrowheads="1"/>
            </p:cNvSpPr>
            <p:nvPr userDrawn="1"/>
          </p:nvSpPr>
          <p:spPr bwMode="auto">
            <a:xfrm flipV="1">
              <a:off x="4750923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2" name="Oval 875"/>
            <p:cNvSpPr>
              <a:spLocks noChangeArrowheads="1"/>
            </p:cNvSpPr>
            <p:nvPr userDrawn="1"/>
          </p:nvSpPr>
          <p:spPr bwMode="auto">
            <a:xfrm flipV="1">
              <a:off x="4858015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3" name="Oval 876"/>
            <p:cNvSpPr>
              <a:spLocks noChangeArrowheads="1"/>
            </p:cNvSpPr>
            <p:nvPr userDrawn="1"/>
          </p:nvSpPr>
          <p:spPr bwMode="auto">
            <a:xfrm flipV="1">
              <a:off x="496703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4" name="Oval 877"/>
            <p:cNvSpPr>
              <a:spLocks noChangeArrowheads="1"/>
            </p:cNvSpPr>
            <p:nvPr userDrawn="1"/>
          </p:nvSpPr>
          <p:spPr bwMode="auto">
            <a:xfrm flipV="1">
              <a:off x="5074129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5" name="Oval 878"/>
            <p:cNvSpPr>
              <a:spLocks noChangeArrowheads="1"/>
            </p:cNvSpPr>
            <p:nvPr userDrawn="1"/>
          </p:nvSpPr>
          <p:spPr bwMode="auto">
            <a:xfrm flipV="1">
              <a:off x="5182187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2" name="Oval 905"/>
            <p:cNvSpPr>
              <a:spLocks noChangeArrowheads="1"/>
            </p:cNvSpPr>
            <p:nvPr userDrawn="1"/>
          </p:nvSpPr>
          <p:spPr bwMode="auto">
            <a:xfrm flipV="1">
              <a:off x="4319659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3" name="Oval 906"/>
            <p:cNvSpPr>
              <a:spLocks noChangeArrowheads="1"/>
            </p:cNvSpPr>
            <p:nvPr userDrawn="1"/>
          </p:nvSpPr>
          <p:spPr bwMode="auto">
            <a:xfrm flipV="1">
              <a:off x="4426753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4" name="Oval 907"/>
            <p:cNvSpPr>
              <a:spLocks noChangeArrowheads="1"/>
            </p:cNvSpPr>
            <p:nvPr userDrawn="1"/>
          </p:nvSpPr>
          <p:spPr bwMode="auto">
            <a:xfrm flipV="1">
              <a:off x="4533845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5" name="Oval 908"/>
            <p:cNvSpPr>
              <a:spLocks noChangeArrowheads="1"/>
            </p:cNvSpPr>
            <p:nvPr userDrawn="1"/>
          </p:nvSpPr>
          <p:spPr bwMode="auto">
            <a:xfrm flipV="1">
              <a:off x="4642867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6" name="Oval 909"/>
            <p:cNvSpPr>
              <a:spLocks noChangeArrowheads="1"/>
            </p:cNvSpPr>
            <p:nvPr userDrawn="1"/>
          </p:nvSpPr>
          <p:spPr bwMode="auto">
            <a:xfrm flipV="1">
              <a:off x="4750926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7" name="Oval 910"/>
            <p:cNvSpPr>
              <a:spLocks noChangeArrowheads="1"/>
            </p:cNvSpPr>
            <p:nvPr userDrawn="1"/>
          </p:nvSpPr>
          <p:spPr bwMode="auto">
            <a:xfrm flipV="1">
              <a:off x="485801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8" name="Oval 911"/>
            <p:cNvSpPr>
              <a:spLocks noChangeArrowheads="1"/>
            </p:cNvSpPr>
            <p:nvPr userDrawn="1"/>
          </p:nvSpPr>
          <p:spPr bwMode="auto">
            <a:xfrm flipV="1">
              <a:off x="4967042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9" name="Oval 912"/>
            <p:cNvSpPr>
              <a:spLocks noChangeArrowheads="1"/>
            </p:cNvSpPr>
            <p:nvPr userDrawn="1"/>
          </p:nvSpPr>
          <p:spPr bwMode="auto">
            <a:xfrm flipV="1">
              <a:off x="5074131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50" name="Oval 913"/>
            <p:cNvSpPr>
              <a:spLocks noChangeArrowheads="1"/>
            </p:cNvSpPr>
            <p:nvPr userDrawn="1"/>
          </p:nvSpPr>
          <p:spPr bwMode="auto">
            <a:xfrm flipV="1">
              <a:off x="518218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78" name="Oval 870"/>
            <p:cNvSpPr>
              <a:spLocks noChangeArrowheads="1"/>
            </p:cNvSpPr>
            <p:nvPr userDrawn="1"/>
          </p:nvSpPr>
          <p:spPr bwMode="auto">
            <a:xfrm flipV="1">
              <a:off x="431965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79" name="Oval 871"/>
            <p:cNvSpPr>
              <a:spLocks noChangeArrowheads="1"/>
            </p:cNvSpPr>
            <p:nvPr userDrawn="1"/>
          </p:nvSpPr>
          <p:spPr bwMode="auto">
            <a:xfrm flipV="1">
              <a:off x="4426751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0" name="Oval 872"/>
            <p:cNvSpPr>
              <a:spLocks noChangeArrowheads="1"/>
            </p:cNvSpPr>
            <p:nvPr userDrawn="1"/>
          </p:nvSpPr>
          <p:spPr bwMode="auto">
            <a:xfrm flipV="1">
              <a:off x="4533843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1" name="Oval 873"/>
            <p:cNvSpPr>
              <a:spLocks noChangeArrowheads="1"/>
            </p:cNvSpPr>
            <p:nvPr userDrawn="1"/>
          </p:nvSpPr>
          <p:spPr bwMode="auto">
            <a:xfrm flipV="1">
              <a:off x="4642865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2" name="Oval 874"/>
            <p:cNvSpPr>
              <a:spLocks noChangeArrowheads="1"/>
            </p:cNvSpPr>
            <p:nvPr userDrawn="1"/>
          </p:nvSpPr>
          <p:spPr bwMode="auto">
            <a:xfrm flipV="1">
              <a:off x="4750923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3" name="Oval 875"/>
            <p:cNvSpPr>
              <a:spLocks noChangeArrowheads="1"/>
            </p:cNvSpPr>
            <p:nvPr userDrawn="1"/>
          </p:nvSpPr>
          <p:spPr bwMode="auto">
            <a:xfrm flipV="1">
              <a:off x="4858015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4" name="Oval 876"/>
            <p:cNvSpPr>
              <a:spLocks noChangeArrowheads="1"/>
            </p:cNvSpPr>
            <p:nvPr userDrawn="1"/>
          </p:nvSpPr>
          <p:spPr bwMode="auto">
            <a:xfrm flipV="1">
              <a:off x="496703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5" name="Oval 877"/>
            <p:cNvSpPr>
              <a:spLocks noChangeArrowheads="1"/>
            </p:cNvSpPr>
            <p:nvPr userDrawn="1"/>
          </p:nvSpPr>
          <p:spPr bwMode="auto">
            <a:xfrm flipV="1">
              <a:off x="5074129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6" name="Oval 878"/>
            <p:cNvSpPr>
              <a:spLocks noChangeArrowheads="1"/>
            </p:cNvSpPr>
            <p:nvPr userDrawn="1"/>
          </p:nvSpPr>
          <p:spPr bwMode="auto">
            <a:xfrm flipV="1">
              <a:off x="5182187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3" name="Oval 905"/>
            <p:cNvSpPr>
              <a:spLocks noChangeArrowheads="1"/>
            </p:cNvSpPr>
            <p:nvPr userDrawn="1"/>
          </p:nvSpPr>
          <p:spPr bwMode="auto">
            <a:xfrm flipV="1">
              <a:off x="4319659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4" name="Oval 906"/>
            <p:cNvSpPr>
              <a:spLocks noChangeArrowheads="1"/>
            </p:cNvSpPr>
            <p:nvPr userDrawn="1"/>
          </p:nvSpPr>
          <p:spPr bwMode="auto">
            <a:xfrm flipV="1">
              <a:off x="4426753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5" name="Oval 907"/>
            <p:cNvSpPr>
              <a:spLocks noChangeArrowheads="1"/>
            </p:cNvSpPr>
            <p:nvPr userDrawn="1"/>
          </p:nvSpPr>
          <p:spPr bwMode="auto">
            <a:xfrm flipV="1">
              <a:off x="4533845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6" name="Oval 908"/>
            <p:cNvSpPr>
              <a:spLocks noChangeArrowheads="1"/>
            </p:cNvSpPr>
            <p:nvPr userDrawn="1"/>
          </p:nvSpPr>
          <p:spPr bwMode="auto">
            <a:xfrm flipV="1">
              <a:off x="4642867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7" name="Oval 909"/>
            <p:cNvSpPr>
              <a:spLocks noChangeArrowheads="1"/>
            </p:cNvSpPr>
            <p:nvPr userDrawn="1"/>
          </p:nvSpPr>
          <p:spPr bwMode="auto">
            <a:xfrm flipV="1">
              <a:off x="4750926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8" name="Oval 910"/>
            <p:cNvSpPr>
              <a:spLocks noChangeArrowheads="1"/>
            </p:cNvSpPr>
            <p:nvPr userDrawn="1"/>
          </p:nvSpPr>
          <p:spPr bwMode="auto">
            <a:xfrm flipV="1">
              <a:off x="485801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9" name="Oval 911"/>
            <p:cNvSpPr>
              <a:spLocks noChangeArrowheads="1"/>
            </p:cNvSpPr>
            <p:nvPr userDrawn="1"/>
          </p:nvSpPr>
          <p:spPr bwMode="auto">
            <a:xfrm flipV="1">
              <a:off x="4967042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20" name="Oval 912"/>
            <p:cNvSpPr>
              <a:spLocks noChangeArrowheads="1"/>
            </p:cNvSpPr>
            <p:nvPr userDrawn="1"/>
          </p:nvSpPr>
          <p:spPr bwMode="auto">
            <a:xfrm flipV="1">
              <a:off x="5074131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21" name="Oval 913"/>
            <p:cNvSpPr>
              <a:spLocks noChangeArrowheads="1"/>
            </p:cNvSpPr>
            <p:nvPr userDrawn="1"/>
          </p:nvSpPr>
          <p:spPr bwMode="auto">
            <a:xfrm flipV="1">
              <a:off x="518218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49" name="Oval 870"/>
            <p:cNvSpPr>
              <a:spLocks noChangeArrowheads="1"/>
            </p:cNvSpPr>
            <p:nvPr userDrawn="1"/>
          </p:nvSpPr>
          <p:spPr bwMode="auto">
            <a:xfrm flipV="1">
              <a:off x="431965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0" name="Oval 871"/>
            <p:cNvSpPr>
              <a:spLocks noChangeArrowheads="1"/>
            </p:cNvSpPr>
            <p:nvPr userDrawn="1"/>
          </p:nvSpPr>
          <p:spPr bwMode="auto">
            <a:xfrm flipV="1">
              <a:off x="4426751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1" name="Oval 872"/>
            <p:cNvSpPr>
              <a:spLocks noChangeArrowheads="1"/>
            </p:cNvSpPr>
            <p:nvPr userDrawn="1"/>
          </p:nvSpPr>
          <p:spPr bwMode="auto">
            <a:xfrm flipV="1">
              <a:off x="4533843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2" name="Oval 873"/>
            <p:cNvSpPr>
              <a:spLocks noChangeArrowheads="1"/>
            </p:cNvSpPr>
            <p:nvPr userDrawn="1"/>
          </p:nvSpPr>
          <p:spPr bwMode="auto">
            <a:xfrm flipV="1">
              <a:off x="4642865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3" name="Oval 874"/>
            <p:cNvSpPr>
              <a:spLocks noChangeArrowheads="1"/>
            </p:cNvSpPr>
            <p:nvPr userDrawn="1"/>
          </p:nvSpPr>
          <p:spPr bwMode="auto">
            <a:xfrm flipV="1">
              <a:off x="4750923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4" name="Oval 875"/>
            <p:cNvSpPr>
              <a:spLocks noChangeArrowheads="1"/>
            </p:cNvSpPr>
            <p:nvPr userDrawn="1"/>
          </p:nvSpPr>
          <p:spPr bwMode="auto">
            <a:xfrm flipV="1">
              <a:off x="4858015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5" name="Oval 876"/>
            <p:cNvSpPr>
              <a:spLocks noChangeArrowheads="1"/>
            </p:cNvSpPr>
            <p:nvPr userDrawn="1"/>
          </p:nvSpPr>
          <p:spPr bwMode="auto">
            <a:xfrm flipV="1">
              <a:off x="496703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6" name="Oval 877"/>
            <p:cNvSpPr>
              <a:spLocks noChangeArrowheads="1"/>
            </p:cNvSpPr>
            <p:nvPr userDrawn="1"/>
          </p:nvSpPr>
          <p:spPr bwMode="auto">
            <a:xfrm flipV="1">
              <a:off x="5074129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7" name="Oval 878"/>
            <p:cNvSpPr>
              <a:spLocks noChangeArrowheads="1"/>
            </p:cNvSpPr>
            <p:nvPr userDrawn="1"/>
          </p:nvSpPr>
          <p:spPr bwMode="auto">
            <a:xfrm flipV="1">
              <a:off x="5182187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4" name="Oval 905"/>
            <p:cNvSpPr>
              <a:spLocks noChangeArrowheads="1"/>
            </p:cNvSpPr>
            <p:nvPr userDrawn="1"/>
          </p:nvSpPr>
          <p:spPr bwMode="auto">
            <a:xfrm flipV="1">
              <a:off x="4319659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5" name="Oval 906"/>
            <p:cNvSpPr>
              <a:spLocks noChangeArrowheads="1"/>
            </p:cNvSpPr>
            <p:nvPr userDrawn="1"/>
          </p:nvSpPr>
          <p:spPr bwMode="auto">
            <a:xfrm flipV="1">
              <a:off x="4426753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6" name="Oval 907"/>
            <p:cNvSpPr>
              <a:spLocks noChangeArrowheads="1"/>
            </p:cNvSpPr>
            <p:nvPr userDrawn="1"/>
          </p:nvSpPr>
          <p:spPr bwMode="auto">
            <a:xfrm flipV="1">
              <a:off x="4533845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7" name="Oval 908"/>
            <p:cNvSpPr>
              <a:spLocks noChangeArrowheads="1"/>
            </p:cNvSpPr>
            <p:nvPr userDrawn="1"/>
          </p:nvSpPr>
          <p:spPr bwMode="auto">
            <a:xfrm flipV="1">
              <a:off x="4642867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8" name="Oval 909"/>
            <p:cNvSpPr>
              <a:spLocks noChangeArrowheads="1"/>
            </p:cNvSpPr>
            <p:nvPr userDrawn="1"/>
          </p:nvSpPr>
          <p:spPr bwMode="auto">
            <a:xfrm flipV="1">
              <a:off x="4750926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9" name="Oval 910"/>
            <p:cNvSpPr>
              <a:spLocks noChangeArrowheads="1"/>
            </p:cNvSpPr>
            <p:nvPr userDrawn="1"/>
          </p:nvSpPr>
          <p:spPr bwMode="auto">
            <a:xfrm flipV="1">
              <a:off x="485801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0" name="Oval 911"/>
            <p:cNvSpPr>
              <a:spLocks noChangeArrowheads="1"/>
            </p:cNvSpPr>
            <p:nvPr userDrawn="1"/>
          </p:nvSpPr>
          <p:spPr bwMode="auto">
            <a:xfrm flipV="1">
              <a:off x="4967042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1" name="Oval 912"/>
            <p:cNvSpPr>
              <a:spLocks noChangeArrowheads="1"/>
            </p:cNvSpPr>
            <p:nvPr userDrawn="1"/>
          </p:nvSpPr>
          <p:spPr bwMode="auto">
            <a:xfrm flipV="1">
              <a:off x="5074131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2" name="Oval 913"/>
            <p:cNvSpPr>
              <a:spLocks noChangeArrowheads="1"/>
            </p:cNvSpPr>
            <p:nvPr userDrawn="1"/>
          </p:nvSpPr>
          <p:spPr bwMode="auto">
            <a:xfrm flipV="1">
              <a:off x="518218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0" name="Oval 870"/>
            <p:cNvSpPr>
              <a:spLocks noChangeArrowheads="1"/>
            </p:cNvSpPr>
            <p:nvPr userDrawn="1"/>
          </p:nvSpPr>
          <p:spPr bwMode="auto">
            <a:xfrm flipV="1">
              <a:off x="431965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1" name="Oval 871"/>
            <p:cNvSpPr>
              <a:spLocks noChangeArrowheads="1"/>
            </p:cNvSpPr>
            <p:nvPr userDrawn="1"/>
          </p:nvSpPr>
          <p:spPr bwMode="auto">
            <a:xfrm flipV="1">
              <a:off x="4426751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2" name="Oval 872"/>
            <p:cNvSpPr>
              <a:spLocks noChangeArrowheads="1"/>
            </p:cNvSpPr>
            <p:nvPr userDrawn="1"/>
          </p:nvSpPr>
          <p:spPr bwMode="auto">
            <a:xfrm flipV="1">
              <a:off x="4533843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3" name="Oval 873"/>
            <p:cNvSpPr>
              <a:spLocks noChangeArrowheads="1"/>
            </p:cNvSpPr>
            <p:nvPr userDrawn="1"/>
          </p:nvSpPr>
          <p:spPr bwMode="auto">
            <a:xfrm flipV="1">
              <a:off x="4642865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4" name="Oval 874"/>
            <p:cNvSpPr>
              <a:spLocks noChangeArrowheads="1"/>
            </p:cNvSpPr>
            <p:nvPr userDrawn="1"/>
          </p:nvSpPr>
          <p:spPr bwMode="auto">
            <a:xfrm flipV="1">
              <a:off x="4750923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5" name="Oval 875"/>
            <p:cNvSpPr>
              <a:spLocks noChangeArrowheads="1"/>
            </p:cNvSpPr>
            <p:nvPr userDrawn="1"/>
          </p:nvSpPr>
          <p:spPr bwMode="auto">
            <a:xfrm flipV="1">
              <a:off x="4858015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6" name="Oval 876"/>
            <p:cNvSpPr>
              <a:spLocks noChangeArrowheads="1"/>
            </p:cNvSpPr>
            <p:nvPr userDrawn="1"/>
          </p:nvSpPr>
          <p:spPr bwMode="auto">
            <a:xfrm flipV="1">
              <a:off x="496703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7" name="Oval 877"/>
            <p:cNvSpPr>
              <a:spLocks noChangeArrowheads="1"/>
            </p:cNvSpPr>
            <p:nvPr userDrawn="1"/>
          </p:nvSpPr>
          <p:spPr bwMode="auto">
            <a:xfrm flipV="1">
              <a:off x="5074129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8" name="Oval 878"/>
            <p:cNvSpPr>
              <a:spLocks noChangeArrowheads="1"/>
            </p:cNvSpPr>
            <p:nvPr userDrawn="1"/>
          </p:nvSpPr>
          <p:spPr bwMode="auto">
            <a:xfrm flipV="1">
              <a:off x="5182187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5" name="Oval 905"/>
            <p:cNvSpPr>
              <a:spLocks noChangeArrowheads="1"/>
            </p:cNvSpPr>
            <p:nvPr userDrawn="1"/>
          </p:nvSpPr>
          <p:spPr bwMode="auto">
            <a:xfrm flipV="1">
              <a:off x="4319659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6" name="Oval 906"/>
            <p:cNvSpPr>
              <a:spLocks noChangeArrowheads="1"/>
            </p:cNvSpPr>
            <p:nvPr userDrawn="1"/>
          </p:nvSpPr>
          <p:spPr bwMode="auto">
            <a:xfrm flipV="1">
              <a:off x="4426753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7" name="Oval 907"/>
            <p:cNvSpPr>
              <a:spLocks noChangeArrowheads="1"/>
            </p:cNvSpPr>
            <p:nvPr userDrawn="1"/>
          </p:nvSpPr>
          <p:spPr bwMode="auto">
            <a:xfrm flipV="1">
              <a:off x="4533845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8" name="Oval 908"/>
            <p:cNvSpPr>
              <a:spLocks noChangeArrowheads="1"/>
            </p:cNvSpPr>
            <p:nvPr userDrawn="1"/>
          </p:nvSpPr>
          <p:spPr bwMode="auto">
            <a:xfrm flipV="1">
              <a:off x="4642867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9" name="Oval 909"/>
            <p:cNvSpPr>
              <a:spLocks noChangeArrowheads="1"/>
            </p:cNvSpPr>
            <p:nvPr userDrawn="1"/>
          </p:nvSpPr>
          <p:spPr bwMode="auto">
            <a:xfrm flipV="1">
              <a:off x="4750926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0" name="Oval 910"/>
            <p:cNvSpPr>
              <a:spLocks noChangeArrowheads="1"/>
            </p:cNvSpPr>
            <p:nvPr userDrawn="1"/>
          </p:nvSpPr>
          <p:spPr bwMode="auto">
            <a:xfrm flipV="1">
              <a:off x="485801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1" name="Oval 911"/>
            <p:cNvSpPr>
              <a:spLocks noChangeArrowheads="1"/>
            </p:cNvSpPr>
            <p:nvPr userDrawn="1"/>
          </p:nvSpPr>
          <p:spPr bwMode="auto">
            <a:xfrm flipV="1">
              <a:off x="4967042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2" name="Oval 912"/>
            <p:cNvSpPr>
              <a:spLocks noChangeArrowheads="1"/>
            </p:cNvSpPr>
            <p:nvPr userDrawn="1"/>
          </p:nvSpPr>
          <p:spPr bwMode="auto">
            <a:xfrm flipV="1">
              <a:off x="5074131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3" name="Oval 913"/>
            <p:cNvSpPr>
              <a:spLocks noChangeArrowheads="1"/>
            </p:cNvSpPr>
            <p:nvPr userDrawn="1"/>
          </p:nvSpPr>
          <p:spPr bwMode="auto">
            <a:xfrm flipV="1">
              <a:off x="518218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1" name="Oval 870"/>
            <p:cNvSpPr>
              <a:spLocks noChangeArrowheads="1"/>
            </p:cNvSpPr>
            <p:nvPr userDrawn="1"/>
          </p:nvSpPr>
          <p:spPr bwMode="auto">
            <a:xfrm flipV="1">
              <a:off x="431965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2" name="Oval 871"/>
            <p:cNvSpPr>
              <a:spLocks noChangeArrowheads="1"/>
            </p:cNvSpPr>
            <p:nvPr userDrawn="1"/>
          </p:nvSpPr>
          <p:spPr bwMode="auto">
            <a:xfrm flipV="1">
              <a:off x="4426751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3" name="Oval 872"/>
            <p:cNvSpPr>
              <a:spLocks noChangeArrowheads="1"/>
            </p:cNvSpPr>
            <p:nvPr userDrawn="1"/>
          </p:nvSpPr>
          <p:spPr bwMode="auto">
            <a:xfrm flipV="1">
              <a:off x="4533843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4" name="Oval 873"/>
            <p:cNvSpPr>
              <a:spLocks noChangeArrowheads="1"/>
            </p:cNvSpPr>
            <p:nvPr userDrawn="1"/>
          </p:nvSpPr>
          <p:spPr bwMode="auto">
            <a:xfrm flipV="1">
              <a:off x="4642865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5" name="Oval 874"/>
            <p:cNvSpPr>
              <a:spLocks noChangeArrowheads="1"/>
            </p:cNvSpPr>
            <p:nvPr userDrawn="1"/>
          </p:nvSpPr>
          <p:spPr bwMode="auto">
            <a:xfrm flipV="1">
              <a:off x="4750923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6" name="Oval 875"/>
            <p:cNvSpPr>
              <a:spLocks noChangeArrowheads="1"/>
            </p:cNvSpPr>
            <p:nvPr userDrawn="1"/>
          </p:nvSpPr>
          <p:spPr bwMode="auto">
            <a:xfrm flipV="1">
              <a:off x="4858015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7" name="Oval 876"/>
            <p:cNvSpPr>
              <a:spLocks noChangeArrowheads="1"/>
            </p:cNvSpPr>
            <p:nvPr userDrawn="1"/>
          </p:nvSpPr>
          <p:spPr bwMode="auto">
            <a:xfrm flipV="1">
              <a:off x="496703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8" name="Oval 877"/>
            <p:cNvSpPr>
              <a:spLocks noChangeArrowheads="1"/>
            </p:cNvSpPr>
            <p:nvPr userDrawn="1"/>
          </p:nvSpPr>
          <p:spPr bwMode="auto">
            <a:xfrm flipV="1">
              <a:off x="5074129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9" name="Oval 878"/>
            <p:cNvSpPr>
              <a:spLocks noChangeArrowheads="1"/>
            </p:cNvSpPr>
            <p:nvPr userDrawn="1"/>
          </p:nvSpPr>
          <p:spPr bwMode="auto">
            <a:xfrm flipV="1">
              <a:off x="5182187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6" name="Oval 905"/>
            <p:cNvSpPr>
              <a:spLocks noChangeArrowheads="1"/>
            </p:cNvSpPr>
            <p:nvPr userDrawn="1"/>
          </p:nvSpPr>
          <p:spPr bwMode="auto">
            <a:xfrm flipV="1">
              <a:off x="4319659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7" name="Oval 906"/>
            <p:cNvSpPr>
              <a:spLocks noChangeArrowheads="1"/>
            </p:cNvSpPr>
            <p:nvPr userDrawn="1"/>
          </p:nvSpPr>
          <p:spPr bwMode="auto">
            <a:xfrm flipV="1">
              <a:off x="4426753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8" name="Oval 907"/>
            <p:cNvSpPr>
              <a:spLocks noChangeArrowheads="1"/>
            </p:cNvSpPr>
            <p:nvPr userDrawn="1"/>
          </p:nvSpPr>
          <p:spPr bwMode="auto">
            <a:xfrm flipV="1">
              <a:off x="4533845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9" name="Oval 908"/>
            <p:cNvSpPr>
              <a:spLocks noChangeArrowheads="1"/>
            </p:cNvSpPr>
            <p:nvPr userDrawn="1"/>
          </p:nvSpPr>
          <p:spPr bwMode="auto">
            <a:xfrm flipV="1">
              <a:off x="4642867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0" name="Oval 909"/>
            <p:cNvSpPr>
              <a:spLocks noChangeArrowheads="1"/>
            </p:cNvSpPr>
            <p:nvPr userDrawn="1"/>
          </p:nvSpPr>
          <p:spPr bwMode="auto">
            <a:xfrm flipV="1">
              <a:off x="4750926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1" name="Oval 910"/>
            <p:cNvSpPr>
              <a:spLocks noChangeArrowheads="1"/>
            </p:cNvSpPr>
            <p:nvPr userDrawn="1"/>
          </p:nvSpPr>
          <p:spPr bwMode="auto">
            <a:xfrm flipV="1">
              <a:off x="485801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2" name="Oval 911"/>
            <p:cNvSpPr>
              <a:spLocks noChangeArrowheads="1"/>
            </p:cNvSpPr>
            <p:nvPr userDrawn="1"/>
          </p:nvSpPr>
          <p:spPr bwMode="auto">
            <a:xfrm flipV="1">
              <a:off x="4967042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3" name="Oval 912"/>
            <p:cNvSpPr>
              <a:spLocks noChangeArrowheads="1"/>
            </p:cNvSpPr>
            <p:nvPr userDrawn="1"/>
          </p:nvSpPr>
          <p:spPr bwMode="auto">
            <a:xfrm flipV="1">
              <a:off x="5074131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4" name="Oval 913"/>
            <p:cNvSpPr>
              <a:spLocks noChangeArrowheads="1"/>
            </p:cNvSpPr>
            <p:nvPr userDrawn="1"/>
          </p:nvSpPr>
          <p:spPr bwMode="auto">
            <a:xfrm flipV="1">
              <a:off x="518218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2" name="Oval 870"/>
            <p:cNvSpPr>
              <a:spLocks noChangeArrowheads="1"/>
            </p:cNvSpPr>
            <p:nvPr userDrawn="1"/>
          </p:nvSpPr>
          <p:spPr bwMode="auto">
            <a:xfrm flipV="1">
              <a:off x="431965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3" name="Oval 871"/>
            <p:cNvSpPr>
              <a:spLocks noChangeArrowheads="1"/>
            </p:cNvSpPr>
            <p:nvPr userDrawn="1"/>
          </p:nvSpPr>
          <p:spPr bwMode="auto">
            <a:xfrm flipV="1">
              <a:off x="4426751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4" name="Oval 872"/>
            <p:cNvSpPr>
              <a:spLocks noChangeArrowheads="1"/>
            </p:cNvSpPr>
            <p:nvPr userDrawn="1"/>
          </p:nvSpPr>
          <p:spPr bwMode="auto">
            <a:xfrm flipV="1">
              <a:off x="4533843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5" name="Oval 873"/>
            <p:cNvSpPr>
              <a:spLocks noChangeArrowheads="1"/>
            </p:cNvSpPr>
            <p:nvPr userDrawn="1"/>
          </p:nvSpPr>
          <p:spPr bwMode="auto">
            <a:xfrm flipV="1">
              <a:off x="4642865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6" name="Oval 874"/>
            <p:cNvSpPr>
              <a:spLocks noChangeArrowheads="1"/>
            </p:cNvSpPr>
            <p:nvPr userDrawn="1"/>
          </p:nvSpPr>
          <p:spPr bwMode="auto">
            <a:xfrm flipV="1">
              <a:off x="4750923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7" name="Oval 875"/>
            <p:cNvSpPr>
              <a:spLocks noChangeArrowheads="1"/>
            </p:cNvSpPr>
            <p:nvPr userDrawn="1"/>
          </p:nvSpPr>
          <p:spPr bwMode="auto">
            <a:xfrm flipV="1">
              <a:off x="4858015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8" name="Oval 876"/>
            <p:cNvSpPr>
              <a:spLocks noChangeArrowheads="1"/>
            </p:cNvSpPr>
            <p:nvPr userDrawn="1"/>
          </p:nvSpPr>
          <p:spPr bwMode="auto">
            <a:xfrm flipV="1">
              <a:off x="496703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9" name="Oval 877"/>
            <p:cNvSpPr>
              <a:spLocks noChangeArrowheads="1"/>
            </p:cNvSpPr>
            <p:nvPr userDrawn="1"/>
          </p:nvSpPr>
          <p:spPr bwMode="auto">
            <a:xfrm flipV="1">
              <a:off x="5074129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70" name="Oval 878"/>
            <p:cNvSpPr>
              <a:spLocks noChangeArrowheads="1"/>
            </p:cNvSpPr>
            <p:nvPr userDrawn="1"/>
          </p:nvSpPr>
          <p:spPr bwMode="auto">
            <a:xfrm flipV="1">
              <a:off x="5182187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7" name="Oval 905"/>
            <p:cNvSpPr>
              <a:spLocks noChangeArrowheads="1"/>
            </p:cNvSpPr>
            <p:nvPr userDrawn="1"/>
          </p:nvSpPr>
          <p:spPr bwMode="auto">
            <a:xfrm flipV="1">
              <a:off x="4319659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8" name="Oval 906"/>
            <p:cNvSpPr>
              <a:spLocks noChangeArrowheads="1"/>
            </p:cNvSpPr>
            <p:nvPr userDrawn="1"/>
          </p:nvSpPr>
          <p:spPr bwMode="auto">
            <a:xfrm flipV="1">
              <a:off x="4426753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9" name="Oval 907"/>
            <p:cNvSpPr>
              <a:spLocks noChangeArrowheads="1"/>
            </p:cNvSpPr>
            <p:nvPr userDrawn="1"/>
          </p:nvSpPr>
          <p:spPr bwMode="auto">
            <a:xfrm flipV="1">
              <a:off x="4533845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0" name="Oval 908"/>
            <p:cNvSpPr>
              <a:spLocks noChangeArrowheads="1"/>
            </p:cNvSpPr>
            <p:nvPr userDrawn="1"/>
          </p:nvSpPr>
          <p:spPr bwMode="auto">
            <a:xfrm flipV="1">
              <a:off x="4642867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1" name="Oval 909"/>
            <p:cNvSpPr>
              <a:spLocks noChangeArrowheads="1"/>
            </p:cNvSpPr>
            <p:nvPr userDrawn="1"/>
          </p:nvSpPr>
          <p:spPr bwMode="auto">
            <a:xfrm flipV="1">
              <a:off x="4750926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2" name="Oval 910"/>
            <p:cNvSpPr>
              <a:spLocks noChangeArrowheads="1"/>
            </p:cNvSpPr>
            <p:nvPr userDrawn="1"/>
          </p:nvSpPr>
          <p:spPr bwMode="auto">
            <a:xfrm flipV="1">
              <a:off x="485801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3" name="Oval 911"/>
            <p:cNvSpPr>
              <a:spLocks noChangeArrowheads="1"/>
            </p:cNvSpPr>
            <p:nvPr userDrawn="1"/>
          </p:nvSpPr>
          <p:spPr bwMode="auto">
            <a:xfrm flipV="1">
              <a:off x="4967042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4" name="Oval 912"/>
            <p:cNvSpPr>
              <a:spLocks noChangeArrowheads="1"/>
            </p:cNvSpPr>
            <p:nvPr userDrawn="1"/>
          </p:nvSpPr>
          <p:spPr bwMode="auto">
            <a:xfrm flipV="1">
              <a:off x="5074131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5" name="Oval 913"/>
            <p:cNvSpPr>
              <a:spLocks noChangeArrowheads="1"/>
            </p:cNvSpPr>
            <p:nvPr userDrawn="1"/>
          </p:nvSpPr>
          <p:spPr bwMode="auto">
            <a:xfrm flipV="1">
              <a:off x="518218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3" name="Oval 870"/>
            <p:cNvSpPr>
              <a:spLocks noChangeArrowheads="1"/>
            </p:cNvSpPr>
            <p:nvPr userDrawn="1"/>
          </p:nvSpPr>
          <p:spPr bwMode="auto">
            <a:xfrm flipV="1">
              <a:off x="431965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4" name="Oval 871"/>
            <p:cNvSpPr>
              <a:spLocks noChangeArrowheads="1"/>
            </p:cNvSpPr>
            <p:nvPr userDrawn="1"/>
          </p:nvSpPr>
          <p:spPr bwMode="auto">
            <a:xfrm flipV="1">
              <a:off x="4426751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5" name="Oval 872"/>
            <p:cNvSpPr>
              <a:spLocks noChangeArrowheads="1"/>
            </p:cNvSpPr>
            <p:nvPr userDrawn="1"/>
          </p:nvSpPr>
          <p:spPr bwMode="auto">
            <a:xfrm flipV="1">
              <a:off x="4533843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6" name="Oval 873"/>
            <p:cNvSpPr>
              <a:spLocks noChangeArrowheads="1"/>
            </p:cNvSpPr>
            <p:nvPr userDrawn="1"/>
          </p:nvSpPr>
          <p:spPr bwMode="auto">
            <a:xfrm flipV="1">
              <a:off x="4642865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7" name="Oval 874"/>
            <p:cNvSpPr>
              <a:spLocks noChangeArrowheads="1"/>
            </p:cNvSpPr>
            <p:nvPr userDrawn="1"/>
          </p:nvSpPr>
          <p:spPr bwMode="auto">
            <a:xfrm flipV="1">
              <a:off x="4750923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8" name="Oval 875"/>
            <p:cNvSpPr>
              <a:spLocks noChangeArrowheads="1"/>
            </p:cNvSpPr>
            <p:nvPr userDrawn="1"/>
          </p:nvSpPr>
          <p:spPr bwMode="auto">
            <a:xfrm flipV="1">
              <a:off x="4858015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9" name="Oval 876"/>
            <p:cNvSpPr>
              <a:spLocks noChangeArrowheads="1"/>
            </p:cNvSpPr>
            <p:nvPr userDrawn="1"/>
          </p:nvSpPr>
          <p:spPr bwMode="auto">
            <a:xfrm flipV="1">
              <a:off x="496703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40" name="Oval 877"/>
            <p:cNvSpPr>
              <a:spLocks noChangeArrowheads="1"/>
            </p:cNvSpPr>
            <p:nvPr userDrawn="1"/>
          </p:nvSpPr>
          <p:spPr bwMode="auto">
            <a:xfrm flipV="1">
              <a:off x="5074129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41" name="Oval 878"/>
            <p:cNvSpPr>
              <a:spLocks noChangeArrowheads="1"/>
            </p:cNvSpPr>
            <p:nvPr userDrawn="1"/>
          </p:nvSpPr>
          <p:spPr bwMode="auto">
            <a:xfrm flipV="1">
              <a:off x="5182187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68" name="Oval 905"/>
            <p:cNvSpPr>
              <a:spLocks noChangeArrowheads="1"/>
            </p:cNvSpPr>
            <p:nvPr userDrawn="1"/>
          </p:nvSpPr>
          <p:spPr bwMode="auto">
            <a:xfrm flipV="1">
              <a:off x="4319659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69" name="Oval 906"/>
            <p:cNvSpPr>
              <a:spLocks noChangeArrowheads="1"/>
            </p:cNvSpPr>
            <p:nvPr userDrawn="1"/>
          </p:nvSpPr>
          <p:spPr bwMode="auto">
            <a:xfrm flipV="1">
              <a:off x="4426753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0" name="Oval 907"/>
            <p:cNvSpPr>
              <a:spLocks noChangeArrowheads="1"/>
            </p:cNvSpPr>
            <p:nvPr userDrawn="1"/>
          </p:nvSpPr>
          <p:spPr bwMode="auto">
            <a:xfrm flipV="1">
              <a:off x="4533845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1" name="Oval 908"/>
            <p:cNvSpPr>
              <a:spLocks noChangeArrowheads="1"/>
            </p:cNvSpPr>
            <p:nvPr userDrawn="1"/>
          </p:nvSpPr>
          <p:spPr bwMode="auto">
            <a:xfrm flipV="1">
              <a:off x="4642867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2" name="Oval 909"/>
            <p:cNvSpPr>
              <a:spLocks noChangeArrowheads="1"/>
            </p:cNvSpPr>
            <p:nvPr userDrawn="1"/>
          </p:nvSpPr>
          <p:spPr bwMode="auto">
            <a:xfrm flipV="1">
              <a:off x="4750926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3" name="Oval 910"/>
            <p:cNvSpPr>
              <a:spLocks noChangeArrowheads="1"/>
            </p:cNvSpPr>
            <p:nvPr userDrawn="1"/>
          </p:nvSpPr>
          <p:spPr bwMode="auto">
            <a:xfrm flipV="1">
              <a:off x="485801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4" name="Oval 911"/>
            <p:cNvSpPr>
              <a:spLocks noChangeArrowheads="1"/>
            </p:cNvSpPr>
            <p:nvPr userDrawn="1"/>
          </p:nvSpPr>
          <p:spPr bwMode="auto">
            <a:xfrm flipV="1">
              <a:off x="4967042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5" name="Oval 912"/>
            <p:cNvSpPr>
              <a:spLocks noChangeArrowheads="1"/>
            </p:cNvSpPr>
            <p:nvPr userDrawn="1"/>
          </p:nvSpPr>
          <p:spPr bwMode="auto">
            <a:xfrm flipV="1">
              <a:off x="5074131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6" name="Oval 913"/>
            <p:cNvSpPr>
              <a:spLocks noChangeArrowheads="1"/>
            </p:cNvSpPr>
            <p:nvPr userDrawn="1"/>
          </p:nvSpPr>
          <p:spPr bwMode="auto">
            <a:xfrm flipV="1">
              <a:off x="518218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4" name="Oval 870"/>
            <p:cNvSpPr>
              <a:spLocks noChangeArrowheads="1"/>
            </p:cNvSpPr>
            <p:nvPr userDrawn="1"/>
          </p:nvSpPr>
          <p:spPr bwMode="auto">
            <a:xfrm flipV="1">
              <a:off x="431965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5" name="Oval 871"/>
            <p:cNvSpPr>
              <a:spLocks noChangeArrowheads="1"/>
            </p:cNvSpPr>
            <p:nvPr userDrawn="1"/>
          </p:nvSpPr>
          <p:spPr bwMode="auto">
            <a:xfrm flipV="1">
              <a:off x="4426751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6" name="Oval 872"/>
            <p:cNvSpPr>
              <a:spLocks noChangeArrowheads="1"/>
            </p:cNvSpPr>
            <p:nvPr userDrawn="1"/>
          </p:nvSpPr>
          <p:spPr bwMode="auto">
            <a:xfrm flipV="1">
              <a:off x="4533843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7" name="Oval 873"/>
            <p:cNvSpPr>
              <a:spLocks noChangeArrowheads="1"/>
            </p:cNvSpPr>
            <p:nvPr userDrawn="1"/>
          </p:nvSpPr>
          <p:spPr bwMode="auto">
            <a:xfrm flipV="1">
              <a:off x="4642865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8" name="Oval 874"/>
            <p:cNvSpPr>
              <a:spLocks noChangeArrowheads="1"/>
            </p:cNvSpPr>
            <p:nvPr userDrawn="1"/>
          </p:nvSpPr>
          <p:spPr bwMode="auto">
            <a:xfrm flipV="1">
              <a:off x="4750923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9" name="Oval 875"/>
            <p:cNvSpPr>
              <a:spLocks noChangeArrowheads="1"/>
            </p:cNvSpPr>
            <p:nvPr userDrawn="1"/>
          </p:nvSpPr>
          <p:spPr bwMode="auto">
            <a:xfrm flipV="1">
              <a:off x="4858015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0" name="Oval 876"/>
            <p:cNvSpPr>
              <a:spLocks noChangeArrowheads="1"/>
            </p:cNvSpPr>
            <p:nvPr userDrawn="1"/>
          </p:nvSpPr>
          <p:spPr bwMode="auto">
            <a:xfrm flipV="1">
              <a:off x="496703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1" name="Oval 877"/>
            <p:cNvSpPr>
              <a:spLocks noChangeArrowheads="1"/>
            </p:cNvSpPr>
            <p:nvPr userDrawn="1"/>
          </p:nvSpPr>
          <p:spPr bwMode="auto">
            <a:xfrm flipV="1">
              <a:off x="5074129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2" name="Oval 878"/>
            <p:cNvSpPr>
              <a:spLocks noChangeArrowheads="1"/>
            </p:cNvSpPr>
            <p:nvPr userDrawn="1"/>
          </p:nvSpPr>
          <p:spPr bwMode="auto">
            <a:xfrm flipV="1">
              <a:off x="5182187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39" name="Oval 905"/>
            <p:cNvSpPr>
              <a:spLocks noChangeArrowheads="1"/>
            </p:cNvSpPr>
            <p:nvPr userDrawn="1"/>
          </p:nvSpPr>
          <p:spPr bwMode="auto">
            <a:xfrm flipV="1">
              <a:off x="4319659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0" name="Oval 906"/>
            <p:cNvSpPr>
              <a:spLocks noChangeArrowheads="1"/>
            </p:cNvSpPr>
            <p:nvPr userDrawn="1"/>
          </p:nvSpPr>
          <p:spPr bwMode="auto">
            <a:xfrm flipV="1">
              <a:off x="4426753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1" name="Oval 907"/>
            <p:cNvSpPr>
              <a:spLocks noChangeArrowheads="1"/>
            </p:cNvSpPr>
            <p:nvPr userDrawn="1"/>
          </p:nvSpPr>
          <p:spPr bwMode="auto">
            <a:xfrm flipV="1">
              <a:off x="4533845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2" name="Oval 908"/>
            <p:cNvSpPr>
              <a:spLocks noChangeArrowheads="1"/>
            </p:cNvSpPr>
            <p:nvPr userDrawn="1"/>
          </p:nvSpPr>
          <p:spPr bwMode="auto">
            <a:xfrm flipV="1">
              <a:off x="4642867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3" name="Oval 909"/>
            <p:cNvSpPr>
              <a:spLocks noChangeArrowheads="1"/>
            </p:cNvSpPr>
            <p:nvPr userDrawn="1"/>
          </p:nvSpPr>
          <p:spPr bwMode="auto">
            <a:xfrm flipV="1">
              <a:off x="4750926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4" name="Oval 910"/>
            <p:cNvSpPr>
              <a:spLocks noChangeArrowheads="1"/>
            </p:cNvSpPr>
            <p:nvPr userDrawn="1"/>
          </p:nvSpPr>
          <p:spPr bwMode="auto">
            <a:xfrm flipV="1">
              <a:off x="485801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5" name="Oval 911"/>
            <p:cNvSpPr>
              <a:spLocks noChangeArrowheads="1"/>
            </p:cNvSpPr>
            <p:nvPr userDrawn="1"/>
          </p:nvSpPr>
          <p:spPr bwMode="auto">
            <a:xfrm flipV="1">
              <a:off x="4967042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6" name="Oval 912"/>
            <p:cNvSpPr>
              <a:spLocks noChangeArrowheads="1"/>
            </p:cNvSpPr>
            <p:nvPr userDrawn="1"/>
          </p:nvSpPr>
          <p:spPr bwMode="auto">
            <a:xfrm flipV="1">
              <a:off x="5074131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7" name="Oval 913"/>
            <p:cNvSpPr>
              <a:spLocks noChangeArrowheads="1"/>
            </p:cNvSpPr>
            <p:nvPr userDrawn="1"/>
          </p:nvSpPr>
          <p:spPr bwMode="auto">
            <a:xfrm flipV="1">
              <a:off x="518218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5" name="Oval 870"/>
            <p:cNvSpPr>
              <a:spLocks noChangeArrowheads="1"/>
            </p:cNvSpPr>
            <p:nvPr userDrawn="1"/>
          </p:nvSpPr>
          <p:spPr bwMode="auto">
            <a:xfrm flipV="1">
              <a:off x="431965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6" name="Oval 871"/>
            <p:cNvSpPr>
              <a:spLocks noChangeArrowheads="1"/>
            </p:cNvSpPr>
            <p:nvPr userDrawn="1"/>
          </p:nvSpPr>
          <p:spPr bwMode="auto">
            <a:xfrm flipV="1">
              <a:off x="4426751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7" name="Oval 872"/>
            <p:cNvSpPr>
              <a:spLocks noChangeArrowheads="1"/>
            </p:cNvSpPr>
            <p:nvPr userDrawn="1"/>
          </p:nvSpPr>
          <p:spPr bwMode="auto">
            <a:xfrm flipV="1">
              <a:off x="4533843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8" name="Oval 873"/>
            <p:cNvSpPr>
              <a:spLocks noChangeArrowheads="1"/>
            </p:cNvSpPr>
            <p:nvPr userDrawn="1"/>
          </p:nvSpPr>
          <p:spPr bwMode="auto">
            <a:xfrm flipV="1">
              <a:off x="4642865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9" name="Oval 874"/>
            <p:cNvSpPr>
              <a:spLocks noChangeArrowheads="1"/>
            </p:cNvSpPr>
            <p:nvPr userDrawn="1"/>
          </p:nvSpPr>
          <p:spPr bwMode="auto">
            <a:xfrm flipV="1">
              <a:off x="4750923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0" name="Oval 875"/>
            <p:cNvSpPr>
              <a:spLocks noChangeArrowheads="1"/>
            </p:cNvSpPr>
            <p:nvPr userDrawn="1"/>
          </p:nvSpPr>
          <p:spPr bwMode="auto">
            <a:xfrm flipV="1">
              <a:off x="4858015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1" name="Oval 876"/>
            <p:cNvSpPr>
              <a:spLocks noChangeArrowheads="1"/>
            </p:cNvSpPr>
            <p:nvPr userDrawn="1"/>
          </p:nvSpPr>
          <p:spPr bwMode="auto">
            <a:xfrm flipV="1">
              <a:off x="496703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2" name="Oval 877"/>
            <p:cNvSpPr>
              <a:spLocks noChangeArrowheads="1"/>
            </p:cNvSpPr>
            <p:nvPr userDrawn="1"/>
          </p:nvSpPr>
          <p:spPr bwMode="auto">
            <a:xfrm flipV="1">
              <a:off x="5074129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3" name="Oval 878"/>
            <p:cNvSpPr>
              <a:spLocks noChangeArrowheads="1"/>
            </p:cNvSpPr>
            <p:nvPr userDrawn="1"/>
          </p:nvSpPr>
          <p:spPr bwMode="auto">
            <a:xfrm flipV="1">
              <a:off x="5182187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0" name="Oval 905"/>
            <p:cNvSpPr>
              <a:spLocks noChangeArrowheads="1"/>
            </p:cNvSpPr>
            <p:nvPr userDrawn="1"/>
          </p:nvSpPr>
          <p:spPr bwMode="auto">
            <a:xfrm flipV="1">
              <a:off x="4319659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1" name="Oval 906"/>
            <p:cNvSpPr>
              <a:spLocks noChangeArrowheads="1"/>
            </p:cNvSpPr>
            <p:nvPr userDrawn="1"/>
          </p:nvSpPr>
          <p:spPr bwMode="auto">
            <a:xfrm flipV="1">
              <a:off x="4426753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2" name="Oval 907"/>
            <p:cNvSpPr>
              <a:spLocks noChangeArrowheads="1"/>
            </p:cNvSpPr>
            <p:nvPr userDrawn="1"/>
          </p:nvSpPr>
          <p:spPr bwMode="auto">
            <a:xfrm flipV="1">
              <a:off x="4533845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3" name="Oval 908"/>
            <p:cNvSpPr>
              <a:spLocks noChangeArrowheads="1"/>
            </p:cNvSpPr>
            <p:nvPr userDrawn="1"/>
          </p:nvSpPr>
          <p:spPr bwMode="auto">
            <a:xfrm flipV="1">
              <a:off x="4642867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4" name="Oval 909"/>
            <p:cNvSpPr>
              <a:spLocks noChangeArrowheads="1"/>
            </p:cNvSpPr>
            <p:nvPr userDrawn="1"/>
          </p:nvSpPr>
          <p:spPr bwMode="auto">
            <a:xfrm flipV="1">
              <a:off x="4750926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5" name="Oval 910"/>
            <p:cNvSpPr>
              <a:spLocks noChangeArrowheads="1"/>
            </p:cNvSpPr>
            <p:nvPr userDrawn="1"/>
          </p:nvSpPr>
          <p:spPr bwMode="auto">
            <a:xfrm flipV="1">
              <a:off x="485801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6" name="Oval 911"/>
            <p:cNvSpPr>
              <a:spLocks noChangeArrowheads="1"/>
            </p:cNvSpPr>
            <p:nvPr userDrawn="1"/>
          </p:nvSpPr>
          <p:spPr bwMode="auto">
            <a:xfrm flipV="1">
              <a:off x="4967042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7" name="Oval 912"/>
            <p:cNvSpPr>
              <a:spLocks noChangeArrowheads="1"/>
            </p:cNvSpPr>
            <p:nvPr userDrawn="1"/>
          </p:nvSpPr>
          <p:spPr bwMode="auto">
            <a:xfrm flipV="1">
              <a:off x="5074131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8" name="Oval 913"/>
            <p:cNvSpPr>
              <a:spLocks noChangeArrowheads="1"/>
            </p:cNvSpPr>
            <p:nvPr userDrawn="1"/>
          </p:nvSpPr>
          <p:spPr bwMode="auto">
            <a:xfrm flipV="1">
              <a:off x="518218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6" name="Oval 870"/>
            <p:cNvSpPr>
              <a:spLocks noChangeArrowheads="1"/>
            </p:cNvSpPr>
            <p:nvPr userDrawn="1"/>
          </p:nvSpPr>
          <p:spPr bwMode="auto">
            <a:xfrm flipV="1">
              <a:off x="431965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7" name="Oval 871"/>
            <p:cNvSpPr>
              <a:spLocks noChangeArrowheads="1"/>
            </p:cNvSpPr>
            <p:nvPr userDrawn="1"/>
          </p:nvSpPr>
          <p:spPr bwMode="auto">
            <a:xfrm flipV="1">
              <a:off x="4426751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8" name="Oval 872"/>
            <p:cNvSpPr>
              <a:spLocks noChangeArrowheads="1"/>
            </p:cNvSpPr>
            <p:nvPr userDrawn="1"/>
          </p:nvSpPr>
          <p:spPr bwMode="auto">
            <a:xfrm flipV="1">
              <a:off x="4533843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9" name="Oval 873"/>
            <p:cNvSpPr>
              <a:spLocks noChangeArrowheads="1"/>
            </p:cNvSpPr>
            <p:nvPr userDrawn="1"/>
          </p:nvSpPr>
          <p:spPr bwMode="auto">
            <a:xfrm flipV="1">
              <a:off x="4642865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0" name="Oval 874"/>
            <p:cNvSpPr>
              <a:spLocks noChangeArrowheads="1"/>
            </p:cNvSpPr>
            <p:nvPr userDrawn="1"/>
          </p:nvSpPr>
          <p:spPr bwMode="auto">
            <a:xfrm flipV="1">
              <a:off x="4750923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1" name="Oval 875"/>
            <p:cNvSpPr>
              <a:spLocks noChangeArrowheads="1"/>
            </p:cNvSpPr>
            <p:nvPr userDrawn="1"/>
          </p:nvSpPr>
          <p:spPr bwMode="auto">
            <a:xfrm flipV="1">
              <a:off x="4858015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2" name="Oval 876"/>
            <p:cNvSpPr>
              <a:spLocks noChangeArrowheads="1"/>
            </p:cNvSpPr>
            <p:nvPr userDrawn="1"/>
          </p:nvSpPr>
          <p:spPr bwMode="auto">
            <a:xfrm flipV="1">
              <a:off x="496703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3" name="Oval 877"/>
            <p:cNvSpPr>
              <a:spLocks noChangeArrowheads="1"/>
            </p:cNvSpPr>
            <p:nvPr userDrawn="1"/>
          </p:nvSpPr>
          <p:spPr bwMode="auto">
            <a:xfrm flipV="1">
              <a:off x="5074129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4" name="Oval 878"/>
            <p:cNvSpPr>
              <a:spLocks noChangeArrowheads="1"/>
            </p:cNvSpPr>
            <p:nvPr userDrawn="1"/>
          </p:nvSpPr>
          <p:spPr bwMode="auto">
            <a:xfrm flipV="1">
              <a:off x="5182187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1" name="Oval 905"/>
            <p:cNvSpPr>
              <a:spLocks noChangeArrowheads="1"/>
            </p:cNvSpPr>
            <p:nvPr userDrawn="1"/>
          </p:nvSpPr>
          <p:spPr bwMode="auto">
            <a:xfrm flipV="1">
              <a:off x="4319659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2" name="Oval 906"/>
            <p:cNvSpPr>
              <a:spLocks noChangeArrowheads="1"/>
            </p:cNvSpPr>
            <p:nvPr userDrawn="1"/>
          </p:nvSpPr>
          <p:spPr bwMode="auto">
            <a:xfrm flipV="1">
              <a:off x="4426753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3" name="Oval 907"/>
            <p:cNvSpPr>
              <a:spLocks noChangeArrowheads="1"/>
            </p:cNvSpPr>
            <p:nvPr userDrawn="1"/>
          </p:nvSpPr>
          <p:spPr bwMode="auto">
            <a:xfrm flipV="1">
              <a:off x="4533845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4" name="Oval 908"/>
            <p:cNvSpPr>
              <a:spLocks noChangeArrowheads="1"/>
            </p:cNvSpPr>
            <p:nvPr userDrawn="1"/>
          </p:nvSpPr>
          <p:spPr bwMode="auto">
            <a:xfrm flipV="1">
              <a:off x="4642867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5" name="Oval 909"/>
            <p:cNvSpPr>
              <a:spLocks noChangeArrowheads="1"/>
            </p:cNvSpPr>
            <p:nvPr userDrawn="1"/>
          </p:nvSpPr>
          <p:spPr bwMode="auto">
            <a:xfrm flipV="1">
              <a:off x="4750926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6" name="Oval 910"/>
            <p:cNvSpPr>
              <a:spLocks noChangeArrowheads="1"/>
            </p:cNvSpPr>
            <p:nvPr userDrawn="1"/>
          </p:nvSpPr>
          <p:spPr bwMode="auto">
            <a:xfrm flipV="1">
              <a:off x="485801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7" name="Oval 911"/>
            <p:cNvSpPr>
              <a:spLocks noChangeArrowheads="1"/>
            </p:cNvSpPr>
            <p:nvPr userDrawn="1"/>
          </p:nvSpPr>
          <p:spPr bwMode="auto">
            <a:xfrm flipV="1">
              <a:off x="4967042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8" name="Oval 912"/>
            <p:cNvSpPr>
              <a:spLocks noChangeArrowheads="1"/>
            </p:cNvSpPr>
            <p:nvPr userDrawn="1"/>
          </p:nvSpPr>
          <p:spPr bwMode="auto">
            <a:xfrm flipV="1">
              <a:off x="5074131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9" name="Oval 913"/>
            <p:cNvSpPr>
              <a:spLocks noChangeArrowheads="1"/>
            </p:cNvSpPr>
            <p:nvPr userDrawn="1"/>
          </p:nvSpPr>
          <p:spPr bwMode="auto">
            <a:xfrm flipV="1">
              <a:off x="518218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7" name="Oval 870"/>
            <p:cNvSpPr>
              <a:spLocks noChangeArrowheads="1"/>
            </p:cNvSpPr>
            <p:nvPr userDrawn="1"/>
          </p:nvSpPr>
          <p:spPr bwMode="auto">
            <a:xfrm flipV="1">
              <a:off x="431965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8" name="Oval 871"/>
            <p:cNvSpPr>
              <a:spLocks noChangeArrowheads="1"/>
            </p:cNvSpPr>
            <p:nvPr userDrawn="1"/>
          </p:nvSpPr>
          <p:spPr bwMode="auto">
            <a:xfrm flipV="1">
              <a:off x="4426751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9" name="Oval 872"/>
            <p:cNvSpPr>
              <a:spLocks noChangeArrowheads="1"/>
            </p:cNvSpPr>
            <p:nvPr userDrawn="1"/>
          </p:nvSpPr>
          <p:spPr bwMode="auto">
            <a:xfrm flipV="1">
              <a:off x="4533843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0" name="Oval 873"/>
            <p:cNvSpPr>
              <a:spLocks noChangeArrowheads="1"/>
            </p:cNvSpPr>
            <p:nvPr userDrawn="1"/>
          </p:nvSpPr>
          <p:spPr bwMode="auto">
            <a:xfrm flipV="1">
              <a:off x="4642865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1" name="Oval 874"/>
            <p:cNvSpPr>
              <a:spLocks noChangeArrowheads="1"/>
            </p:cNvSpPr>
            <p:nvPr userDrawn="1"/>
          </p:nvSpPr>
          <p:spPr bwMode="auto">
            <a:xfrm flipV="1">
              <a:off x="4750923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2" name="Oval 875"/>
            <p:cNvSpPr>
              <a:spLocks noChangeArrowheads="1"/>
            </p:cNvSpPr>
            <p:nvPr userDrawn="1"/>
          </p:nvSpPr>
          <p:spPr bwMode="auto">
            <a:xfrm flipV="1">
              <a:off x="4858015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3" name="Oval 876"/>
            <p:cNvSpPr>
              <a:spLocks noChangeArrowheads="1"/>
            </p:cNvSpPr>
            <p:nvPr userDrawn="1"/>
          </p:nvSpPr>
          <p:spPr bwMode="auto">
            <a:xfrm flipV="1">
              <a:off x="496703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4" name="Oval 877"/>
            <p:cNvSpPr>
              <a:spLocks noChangeArrowheads="1"/>
            </p:cNvSpPr>
            <p:nvPr userDrawn="1"/>
          </p:nvSpPr>
          <p:spPr bwMode="auto">
            <a:xfrm flipV="1">
              <a:off x="5074129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5" name="Oval 878"/>
            <p:cNvSpPr>
              <a:spLocks noChangeArrowheads="1"/>
            </p:cNvSpPr>
            <p:nvPr userDrawn="1"/>
          </p:nvSpPr>
          <p:spPr bwMode="auto">
            <a:xfrm flipV="1">
              <a:off x="5182187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2" name="Oval 905"/>
            <p:cNvSpPr>
              <a:spLocks noChangeArrowheads="1"/>
            </p:cNvSpPr>
            <p:nvPr userDrawn="1"/>
          </p:nvSpPr>
          <p:spPr bwMode="auto">
            <a:xfrm flipV="1">
              <a:off x="4319659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3" name="Oval 906"/>
            <p:cNvSpPr>
              <a:spLocks noChangeArrowheads="1"/>
            </p:cNvSpPr>
            <p:nvPr userDrawn="1"/>
          </p:nvSpPr>
          <p:spPr bwMode="auto">
            <a:xfrm flipV="1">
              <a:off x="4426753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4" name="Oval 907"/>
            <p:cNvSpPr>
              <a:spLocks noChangeArrowheads="1"/>
            </p:cNvSpPr>
            <p:nvPr userDrawn="1"/>
          </p:nvSpPr>
          <p:spPr bwMode="auto">
            <a:xfrm flipV="1">
              <a:off x="4533845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5" name="Oval 908"/>
            <p:cNvSpPr>
              <a:spLocks noChangeArrowheads="1"/>
            </p:cNvSpPr>
            <p:nvPr userDrawn="1"/>
          </p:nvSpPr>
          <p:spPr bwMode="auto">
            <a:xfrm flipV="1">
              <a:off x="4642867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6" name="Oval 909"/>
            <p:cNvSpPr>
              <a:spLocks noChangeArrowheads="1"/>
            </p:cNvSpPr>
            <p:nvPr userDrawn="1"/>
          </p:nvSpPr>
          <p:spPr bwMode="auto">
            <a:xfrm flipV="1">
              <a:off x="4750926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7" name="Oval 910"/>
            <p:cNvSpPr>
              <a:spLocks noChangeArrowheads="1"/>
            </p:cNvSpPr>
            <p:nvPr userDrawn="1"/>
          </p:nvSpPr>
          <p:spPr bwMode="auto">
            <a:xfrm flipV="1">
              <a:off x="485801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8" name="Oval 911"/>
            <p:cNvSpPr>
              <a:spLocks noChangeArrowheads="1"/>
            </p:cNvSpPr>
            <p:nvPr userDrawn="1"/>
          </p:nvSpPr>
          <p:spPr bwMode="auto">
            <a:xfrm flipV="1">
              <a:off x="4967042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9" name="Oval 912"/>
            <p:cNvSpPr>
              <a:spLocks noChangeArrowheads="1"/>
            </p:cNvSpPr>
            <p:nvPr userDrawn="1"/>
          </p:nvSpPr>
          <p:spPr bwMode="auto">
            <a:xfrm flipV="1">
              <a:off x="5074131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60" name="Oval 913"/>
            <p:cNvSpPr>
              <a:spLocks noChangeArrowheads="1"/>
            </p:cNvSpPr>
            <p:nvPr userDrawn="1"/>
          </p:nvSpPr>
          <p:spPr bwMode="auto">
            <a:xfrm flipV="1">
              <a:off x="518218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88" name="Oval 870"/>
            <p:cNvSpPr>
              <a:spLocks noChangeArrowheads="1"/>
            </p:cNvSpPr>
            <p:nvPr userDrawn="1"/>
          </p:nvSpPr>
          <p:spPr bwMode="auto">
            <a:xfrm flipV="1">
              <a:off x="431965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89" name="Oval 871"/>
            <p:cNvSpPr>
              <a:spLocks noChangeArrowheads="1"/>
            </p:cNvSpPr>
            <p:nvPr userDrawn="1"/>
          </p:nvSpPr>
          <p:spPr bwMode="auto">
            <a:xfrm flipV="1">
              <a:off x="4426751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0" name="Oval 872"/>
            <p:cNvSpPr>
              <a:spLocks noChangeArrowheads="1"/>
            </p:cNvSpPr>
            <p:nvPr userDrawn="1"/>
          </p:nvSpPr>
          <p:spPr bwMode="auto">
            <a:xfrm flipV="1">
              <a:off x="4533843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1" name="Oval 873"/>
            <p:cNvSpPr>
              <a:spLocks noChangeArrowheads="1"/>
            </p:cNvSpPr>
            <p:nvPr userDrawn="1"/>
          </p:nvSpPr>
          <p:spPr bwMode="auto">
            <a:xfrm flipV="1">
              <a:off x="4642865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2" name="Oval 874"/>
            <p:cNvSpPr>
              <a:spLocks noChangeArrowheads="1"/>
            </p:cNvSpPr>
            <p:nvPr userDrawn="1"/>
          </p:nvSpPr>
          <p:spPr bwMode="auto">
            <a:xfrm flipV="1">
              <a:off x="4750923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3" name="Oval 875"/>
            <p:cNvSpPr>
              <a:spLocks noChangeArrowheads="1"/>
            </p:cNvSpPr>
            <p:nvPr userDrawn="1"/>
          </p:nvSpPr>
          <p:spPr bwMode="auto">
            <a:xfrm flipV="1">
              <a:off x="4858015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4" name="Oval 876"/>
            <p:cNvSpPr>
              <a:spLocks noChangeArrowheads="1"/>
            </p:cNvSpPr>
            <p:nvPr userDrawn="1"/>
          </p:nvSpPr>
          <p:spPr bwMode="auto">
            <a:xfrm flipV="1">
              <a:off x="496703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5" name="Oval 877"/>
            <p:cNvSpPr>
              <a:spLocks noChangeArrowheads="1"/>
            </p:cNvSpPr>
            <p:nvPr userDrawn="1"/>
          </p:nvSpPr>
          <p:spPr bwMode="auto">
            <a:xfrm flipV="1">
              <a:off x="5074129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6" name="Oval 878"/>
            <p:cNvSpPr>
              <a:spLocks noChangeArrowheads="1"/>
            </p:cNvSpPr>
            <p:nvPr userDrawn="1"/>
          </p:nvSpPr>
          <p:spPr bwMode="auto">
            <a:xfrm flipV="1">
              <a:off x="5182187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3" name="Oval 905"/>
            <p:cNvSpPr>
              <a:spLocks noChangeArrowheads="1"/>
            </p:cNvSpPr>
            <p:nvPr userDrawn="1"/>
          </p:nvSpPr>
          <p:spPr bwMode="auto">
            <a:xfrm flipV="1">
              <a:off x="4319659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4" name="Oval 906"/>
            <p:cNvSpPr>
              <a:spLocks noChangeArrowheads="1"/>
            </p:cNvSpPr>
            <p:nvPr userDrawn="1"/>
          </p:nvSpPr>
          <p:spPr bwMode="auto">
            <a:xfrm flipV="1">
              <a:off x="4426753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5" name="Oval 907"/>
            <p:cNvSpPr>
              <a:spLocks noChangeArrowheads="1"/>
            </p:cNvSpPr>
            <p:nvPr userDrawn="1"/>
          </p:nvSpPr>
          <p:spPr bwMode="auto">
            <a:xfrm flipV="1">
              <a:off x="4533845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6" name="Oval 908"/>
            <p:cNvSpPr>
              <a:spLocks noChangeArrowheads="1"/>
            </p:cNvSpPr>
            <p:nvPr userDrawn="1"/>
          </p:nvSpPr>
          <p:spPr bwMode="auto">
            <a:xfrm flipV="1">
              <a:off x="4642867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7" name="Oval 909"/>
            <p:cNvSpPr>
              <a:spLocks noChangeArrowheads="1"/>
            </p:cNvSpPr>
            <p:nvPr userDrawn="1"/>
          </p:nvSpPr>
          <p:spPr bwMode="auto">
            <a:xfrm flipV="1">
              <a:off x="4750926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8" name="Oval 910"/>
            <p:cNvSpPr>
              <a:spLocks noChangeArrowheads="1"/>
            </p:cNvSpPr>
            <p:nvPr userDrawn="1"/>
          </p:nvSpPr>
          <p:spPr bwMode="auto">
            <a:xfrm flipV="1">
              <a:off x="485801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9" name="Oval 911"/>
            <p:cNvSpPr>
              <a:spLocks noChangeArrowheads="1"/>
            </p:cNvSpPr>
            <p:nvPr userDrawn="1"/>
          </p:nvSpPr>
          <p:spPr bwMode="auto">
            <a:xfrm flipV="1">
              <a:off x="4967042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30" name="Oval 912"/>
            <p:cNvSpPr>
              <a:spLocks noChangeArrowheads="1"/>
            </p:cNvSpPr>
            <p:nvPr userDrawn="1"/>
          </p:nvSpPr>
          <p:spPr bwMode="auto">
            <a:xfrm flipV="1">
              <a:off x="5074131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31" name="Oval 913"/>
            <p:cNvSpPr>
              <a:spLocks noChangeArrowheads="1"/>
            </p:cNvSpPr>
            <p:nvPr userDrawn="1"/>
          </p:nvSpPr>
          <p:spPr bwMode="auto">
            <a:xfrm flipV="1">
              <a:off x="518218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59" name="Oval 870"/>
            <p:cNvSpPr>
              <a:spLocks noChangeArrowheads="1"/>
            </p:cNvSpPr>
            <p:nvPr userDrawn="1"/>
          </p:nvSpPr>
          <p:spPr bwMode="auto">
            <a:xfrm flipV="1">
              <a:off x="431965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0" name="Oval 871"/>
            <p:cNvSpPr>
              <a:spLocks noChangeArrowheads="1"/>
            </p:cNvSpPr>
            <p:nvPr userDrawn="1"/>
          </p:nvSpPr>
          <p:spPr bwMode="auto">
            <a:xfrm flipV="1">
              <a:off x="4426751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1" name="Oval 872"/>
            <p:cNvSpPr>
              <a:spLocks noChangeArrowheads="1"/>
            </p:cNvSpPr>
            <p:nvPr userDrawn="1"/>
          </p:nvSpPr>
          <p:spPr bwMode="auto">
            <a:xfrm flipV="1">
              <a:off x="4533843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2" name="Oval 873"/>
            <p:cNvSpPr>
              <a:spLocks noChangeArrowheads="1"/>
            </p:cNvSpPr>
            <p:nvPr userDrawn="1"/>
          </p:nvSpPr>
          <p:spPr bwMode="auto">
            <a:xfrm flipV="1">
              <a:off x="4642865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3" name="Oval 874"/>
            <p:cNvSpPr>
              <a:spLocks noChangeArrowheads="1"/>
            </p:cNvSpPr>
            <p:nvPr userDrawn="1"/>
          </p:nvSpPr>
          <p:spPr bwMode="auto">
            <a:xfrm flipV="1">
              <a:off x="4750923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4" name="Oval 875"/>
            <p:cNvSpPr>
              <a:spLocks noChangeArrowheads="1"/>
            </p:cNvSpPr>
            <p:nvPr userDrawn="1"/>
          </p:nvSpPr>
          <p:spPr bwMode="auto">
            <a:xfrm flipV="1">
              <a:off x="4858015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5" name="Oval 876"/>
            <p:cNvSpPr>
              <a:spLocks noChangeArrowheads="1"/>
            </p:cNvSpPr>
            <p:nvPr userDrawn="1"/>
          </p:nvSpPr>
          <p:spPr bwMode="auto">
            <a:xfrm flipV="1">
              <a:off x="496703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6" name="Oval 877"/>
            <p:cNvSpPr>
              <a:spLocks noChangeArrowheads="1"/>
            </p:cNvSpPr>
            <p:nvPr userDrawn="1"/>
          </p:nvSpPr>
          <p:spPr bwMode="auto">
            <a:xfrm flipV="1">
              <a:off x="5074129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7" name="Oval 878"/>
            <p:cNvSpPr>
              <a:spLocks noChangeArrowheads="1"/>
            </p:cNvSpPr>
            <p:nvPr userDrawn="1"/>
          </p:nvSpPr>
          <p:spPr bwMode="auto">
            <a:xfrm flipV="1">
              <a:off x="5182187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4" name="Oval 905"/>
            <p:cNvSpPr>
              <a:spLocks noChangeArrowheads="1"/>
            </p:cNvSpPr>
            <p:nvPr userDrawn="1"/>
          </p:nvSpPr>
          <p:spPr bwMode="auto">
            <a:xfrm flipV="1">
              <a:off x="4319659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5" name="Oval 906"/>
            <p:cNvSpPr>
              <a:spLocks noChangeArrowheads="1"/>
            </p:cNvSpPr>
            <p:nvPr userDrawn="1"/>
          </p:nvSpPr>
          <p:spPr bwMode="auto">
            <a:xfrm flipV="1">
              <a:off x="4426753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6" name="Oval 907"/>
            <p:cNvSpPr>
              <a:spLocks noChangeArrowheads="1"/>
            </p:cNvSpPr>
            <p:nvPr userDrawn="1"/>
          </p:nvSpPr>
          <p:spPr bwMode="auto">
            <a:xfrm flipV="1">
              <a:off x="4533845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7" name="Oval 908"/>
            <p:cNvSpPr>
              <a:spLocks noChangeArrowheads="1"/>
            </p:cNvSpPr>
            <p:nvPr userDrawn="1"/>
          </p:nvSpPr>
          <p:spPr bwMode="auto">
            <a:xfrm flipV="1">
              <a:off x="4642867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8" name="Oval 909"/>
            <p:cNvSpPr>
              <a:spLocks noChangeArrowheads="1"/>
            </p:cNvSpPr>
            <p:nvPr userDrawn="1"/>
          </p:nvSpPr>
          <p:spPr bwMode="auto">
            <a:xfrm flipV="1">
              <a:off x="4750926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9" name="Oval 910"/>
            <p:cNvSpPr>
              <a:spLocks noChangeArrowheads="1"/>
            </p:cNvSpPr>
            <p:nvPr userDrawn="1"/>
          </p:nvSpPr>
          <p:spPr bwMode="auto">
            <a:xfrm flipV="1">
              <a:off x="485801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0" name="Oval 911"/>
            <p:cNvSpPr>
              <a:spLocks noChangeArrowheads="1"/>
            </p:cNvSpPr>
            <p:nvPr userDrawn="1"/>
          </p:nvSpPr>
          <p:spPr bwMode="auto">
            <a:xfrm flipV="1">
              <a:off x="4967042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1" name="Oval 912"/>
            <p:cNvSpPr>
              <a:spLocks noChangeArrowheads="1"/>
            </p:cNvSpPr>
            <p:nvPr userDrawn="1"/>
          </p:nvSpPr>
          <p:spPr bwMode="auto">
            <a:xfrm flipV="1">
              <a:off x="5074131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2" name="Oval 913"/>
            <p:cNvSpPr>
              <a:spLocks noChangeArrowheads="1"/>
            </p:cNvSpPr>
            <p:nvPr userDrawn="1"/>
          </p:nvSpPr>
          <p:spPr bwMode="auto">
            <a:xfrm flipV="1">
              <a:off x="518218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0" name="Oval 870"/>
            <p:cNvSpPr>
              <a:spLocks noChangeArrowheads="1"/>
            </p:cNvSpPr>
            <p:nvPr userDrawn="1"/>
          </p:nvSpPr>
          <p:spPr bwMode="auto">
            <a:xfrm flipV="1">
              <a:off x="431965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1" name="Oval 871"/>
            <p:cNvSpPr>
              <a:spLocks noChangeArrowheads="1"/>
            </p:cNvSpPr>
            <p:nvPr userDrawn="1"/>
          </p:nvSpPr>
          <p:spPr bwMode="auto">
            <a:xfrm flipV="1">
              <a:off x="4426751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2" name="Oval 872"/>
            <p:cNvSpPr>
              <a:spLocks noChangeArrowheads="1"/>
            </p:cNvSpPr>
            <p:nvPr userDrawn="1"/>
          </p:nvSpPr>
          <p:spPr bwMode="auto">
            <a:xfrm flipV="1">
              <a:off x="4533843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3" name="Oval 873"/>
            <p:cNvSpPr>
              <a:spLocks noChangeArrowheads="1"/>
            </p:cNvSpPr>
            <p:nvPr userDrawn="1"/>
          </p:nvSpPr>
          <p:spPr bwMode="auto">
            <a:xfrm flipV="1">
              <a:off x="4642865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4" name="Oval 874"/>
            <p:cNvSpPr>
              <a:spLocks noChangeArrowheads="1"/>
            </p:cNvSpPr>
            <p:nvPr userDrawn="1"/>
          </p:nvSpPr>
          <p:spPr bwMode="auto">
            <a:xfrm flipV="1">
              <a:off x="4750923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5" name="Oval 875"/>
            <p:cNvSpPr>
              <a:spLocks noChangeArrowheads="1"/>
            </p:cNvSpPr>
            <p:nvPr userDrawn="1"/>
          </p:nvSpPr>
          <p:spPr bwMode="auto">
            <a:xfrm flipV="1">
              <a:off x="4858015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6" name="Oval 876"/>
            <p:cNvSpPr>
              <a:spLocks noChangeArrowheads="1"/>
            </p:cNvSpPr>
            <p:nvPr userDrawn="1"/>
          </p:nvSpPr>
          <p:spPr bwMode="auto">
            <a:xfrm flipV="1">
              <a:off x="496703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7" name="Oval 877"/>
            <p:cNvSpPr>
              <a:spLocks noChangeArrowheads="1"/>
            </p:cNvSpPr>
            <p:nvPr userDrawn="1"/>
          </p:nvSpPr>
          <p:spPr bwMode="auto">
            <a:xfrm flipV="1">
              <a:off x="5074129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8" name="Oval 878"/>
            <p:cNvSpPr>
              <a:spLocks noChangeArrowheads="1"/>
            </p:cNvSpPr>
            <p:nvPr userDrawn="1"/>
          </p:nvSpPr>
          <p:spPr bwMode="auto">
            <a:xfrm flipV="1">
              <a:off x="5182187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5" name="Oval 905"/>
            <p:cNvSpPr>
              <a:spLocks noChangeArrowheads="1"/>
            </p:cNvSpPr>
            <p:nvPr userDrawn="1"/>
          </p:nvSpPr>
          <p:spPr bwMode="auto">
            <a:xfrm flipV="1">
              <a:off x="4319659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6" name="Oval 906"/>
            <p:cNvSpPr>
              <a:spLocks noChangeArrowheads="1"/>
            </p:cNvSpPr>
            <p:nvPr userDrawn="1"/>
          </p:nvSpPr>
          <p:spPr bwMode="auto">
            <a:xfrm flipV="1">
              <a:off x="4426753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7" name="Oval 907"/>
            <p:cNvSpPr>
              <a:spLocks noChangeArrowheads="1"/>
            </p:cNvSpPr>
            <p:nvPr userDrawn="1"/>
          </p:nvSpPr>
          <p:spPr bwMode="auto">
            <a:xfrm flipV="1">
              <a:off x="4533845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8" name="Oval 908"/>
            <p:cNvSpPr>
              <a:spLocks noChangeArrowheads="1"/>
            </p:cNvSpPr>
            <p:nvPr userDrawn="1"/>
          </p:nvSpPr>
          <p:spPr bwMode="auto">
            <a:xfrm flipV="1">
              <a:off x="4642867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9" name="Oval 909"/>
            <p:cNvSpPr>
              <a:spLocks noChangeArrowheads="1"/>
            </p:cNvSpPr>
            <p:nvPr userDrawn="1"/>
          </p:nvSpPr>
          <p:spPr bwMode="auto">
            <a:xfrm flipV="1">
              <a:off x="4750926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0" name="Oval 910"/>
            <p:cNvSpPr>
              <a:spLocks noChangeArrowheads="1"/>
            </p:cNvSpPr>
            <p:nvPr userDrawn="1"/>
          </p:nvSpPr>
          <p:spPr bwMode="auto">
            <a:xfrm flipV="1">
              <a:off x="485801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1" name="Oval 911"/>
            <p:cNvSpPr>
              <a:spLocks noChangeArrowheads="1"/>
            </p:cNvSpPr>
            <p:nvPr userDrawn="1"/>
          </p:nvSpPr>
          <p:spPr bwMode="auto">
            <a:xfrm flipV="1">
              <a:off x="4967042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2" name="Oval 912"/>
            <p:cNvSpPr>
              <a:spLocks noChangeArrowheads="1"/>
            </p:cNvSpPr>
            <p:nvPr userDrawn="1"/>
          </p:nvSpPr>
          <p:spPr bwMode="auto">
            <a:xfrm flipV="1">
              <a:off x="5074131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3" name="Oval 913"/>
            <p:cNvSpPr>
              <a:spLocks noChangeArrowheads="1"/>
            </p:cNvSpPr>
            <p:nvPr userDrawn="1"/>
          </p:nvSpPr>
          <p:spPr bwMode="auto">
            <a:xfrm flipV="1">
              <a:off x="518218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1" name="Oval 870"/>
            <p:cNvSpPr>
              <a:spLocks noChangeArrowheads="1"/>
            </p:cNvSpPr>
            <p:nvPr userDrawn="1"/>
          </p:nvSpPr>
          <p:spPr bwMode="auto">
            <a:xfrm flipV="1">
              <a:off x="431965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2" name="Oval 871"/>
            <p:cNvSpPr>
              <a:spLocks noChangeArrowheads="1"/>
            </p:cNvSpPr>
            <p:nvPr userDrawn="1"/>
          </p:nvSpPr>
          <p:spPr bwMode="auto">
            <a:xfrm flipV="1">
              <a:off x="4426751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3" name="Oval 872"/>
            <p:cNvSpPr>
              <a:spLocks noChangeArrowheads="1"/>
            </p:cNvSpPr>
            <p:nvPr userDrawn="1"/>
          </p:nvSpPr>
          <p:spPr bwMode="auto">
            <a:xfrm flipV="1">
              <a:off x="4533843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4" name="Oval 873"/>
            <p:cNvSpPr>
              <a:spLocks noChangeArrowheads="1"/>
            </p:cNvSpPr>
            <p:nvPr userDrawn="1"/>
          </p:nvSpPr>
          <p:spPr bwMode="auto">
            <a:xfrm flipV="1">
              <a:off x="4642865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5" name="Oval 874"/>
            <p:cNvSpPr>
              <a:spLocks noChangeArrowheads="1"/>
            </p:cNvSpPr>
            <p:nvPr userDrawn="1"/>
          </p:nvSpPr>
          <p:spPr bwMode="auto">
            <a:xfrm flipV="1">
              <a:off x="4750923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6" name="Oval 875"/>
            <p:cNvSpPr>
              <a:spLocks noChangeArrowheads="1"/>
            </p:cNvSpPr>
            <p:nvPr userDrawn="1"/>
          </p:nvSpPr>
          <p:spPr bwMode="auto">
            <a:xfrm flipV="1">
              <a:off x="4858015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7" name="Oval 876"/>
            <p:cNvSpPr>
              <a:spLocks noChangeArrowheads="1"/>
            </p:cNvSpPr>
            <p:nvPr userDrawn="1"/>
          </p:nvSpPr>
          <p:spPr bwMode="auto">
            <a:xfrm flipV="1">
              <a:off x="496703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8" name="Oval 877"/>
            <p:cNvSpPr>
              <a:spLocks noChangeArrowheads="1"/>
            </p:cNvSpPr>
            <p:nvPr userDrawn="1"/>
          </p:nvSpPr>
          <p:spPr bwMode="auto">
            <a:xfrm flipV="1">
              <a:off x="5074129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9" name="Oval 878"/>
            <p:cNvSpPr>
              <a:spLocks noChangeArrowheads="1"/>
            </p:cNvSpPr>
            <p:nvPr userDrawn="1"/>
          </p:nvSpPr>
          <p:spPr bwMode="auto">
            <a:xfrm flipV="1">
              <a:off x="5182187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6" name="Oval 905"/>
            <p:cNvSpPr>
              <a:spLocks noChangeArrowheads="1"/>
            </p:cNvSpPr>
            <p:nvPr userDrawn="1"/>
          </p:nvSpPr>
          <p:spPr bwMode="auto">
            <a:xfrm flipV="1">
              <a:off x="4319659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7" name="Oval 906"/>
            <p:cNvSpPr>
              <a:spLocks noChangeArrowheads="1"/>
            </p:cNvSpPr>
            <p:nvPr userDrawn="1"/>
          </p:nvSpPr>
          <p:spPr bwMode="auto">
            <a:xfrm flipV="1">
              <a:off x="4426753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8" name="Oval 907"/>
            <p:cNvSpPr>
              <a:spLocks noChangeArrowheads="1"/>
            </p:cNvSpPr>
            <p:nvPr userDrawn="1"/>
          </p:nvSpPr>
          <p:spPr bwMode="auto">
            <a:xfrm flipV="1">
              <a:off x="4533845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9" name="Oval 908"/>
            <p:cNvSpPr>
              <a:spLocks noChangeArrowheads="1"/>
            </p:cNvSpPr>
            <p:nvPr userDrawn="1"/>
          </p:nvSpPr>
          <p:spPr bwMode="auto">
            <a:xfrm flipV="1">
              <a:off x="4642867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0" name="Oval 909"/>
            <p:cNvSpPr>
              <a:spLocks noChangeArrowheads="1"/>
            </p:cNvSpPr>
            <p:nvPr userDrawn="1"/>
          </p:nvSpPr>
          <p:spPr bwMode="auto">
            <a:xfrm flipV="1">
              <a:off x="4750926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1" name="Oval 910"/>
            <p:cNvSpPr>
              <a:spLocks noChangeArrowheads="1"/>
            </p:cNvSpPr>
            <p:nvPr userDrawn="1"/>
          </p:nvSpPr>
          <p:spPr bwMode="auto">
            <a:xfrm flipV="1">
              <a:off x="485801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2" name="Oval 911"/>
            <p:cNvSpPr>
              <a:spLocks noChangeArrowheads="1"/>
            </p:cNvSpPr>
            <p:nvPr userDrawn="1"/>
          </p:nvSpPr>
          <p:spPr bwMode="auto">
            <a:xfrm flipV="1">
              <a:off x="4967042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3" name="Oval 912"/>
            <p:cNvSpPr>
              <a:spLocks noChangeArrowheads="1"/>
            </p:cNvSpPr>
            <p:nvPr userDrawn="1"/>
          </p:nvSpPr>
          <p:spPr bwMode="auto">
            <a:xfrm flipV="1">
              <a:off x="5074131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4" name="Oval 913"/>
            <p:cNvSpPr>
              <a:spLocks noChangeArrowheads="1"/>
            </p:cNvSpPr>
            <p:nvPr userDrawn="1"/>
          </p:nvSpPr>
          <p:spPr bwMode="auto">
            <a:xfrm flipV="1">
              <a:off x="518218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2" name="Oval 870"/>
            <p:cNvSpPr>
              <a:spLocks noChangeArrowheads="1"/>
            </p:cNvSpPr>
            <p:nvPr userDrawn="1"/>
          </p:nvSpPr>
          <p:spPr bwMode="auto">
            <a:xfrm flipV="1">
              <a:off x="431965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3" name="Oval 871"/>
            <p:cNvSpPr>
              <a:spLocks noChangeArrowheads="1"/>
            </p:cNvSpPr>
            <p:nvPr userDrawn="1"/>
          </p:nvSpPr>
          <p:spPr bwMode="auto">
            <a:xfrm flipV="1">
              <a:off x="4426751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4" name="Oval 872"/>
            <p:cNvSpPr>
              <a:spLocks noChangeArrowheads="1"/>
            </p:cNvSpPr>
            <p:nvPr userDrawn="1"/>
          </p:nvSpPr>
          <p:spPr bwMode="auto">
            <a:xfrm flipV="1">
              <a:off x="4533843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5" name="Oval 873"/>
            <p:cNvSpPr>
              <a:spLocks noChangeArrowheads="1"/>
            </p:cNvSpPr>
            <p:nvPr userDrawn="1"/>
          </p:nvSpPr>
          <p:spPr bwMode="auto">
            <a:xfrm flipV="1">
              <a:off x="4642865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6" name="Oval 874"/>
            <p:cNvSpPr>
              <a:spLocks noChangeArrowheads="1"/>
            </p:cNvSpPr>
            <p:nvPr userDrawn="1"/>
          </p:nvSpPr>
          <p:spPr bwMode="auto">
            <a:xfrm flipV="1">
              <a:off x="4750923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7" name="Oval 875"/>
            <p:cNvSpPr>
              <a:spLocks noChangeArrowheads="1"/>
            </p:cNvSpPr>
            <p:nvPr userDrawn="1"/>
          </p:nvSpPr>
          <p:spPr bwMode="auto">
            <a:xfrm flipV="1">
              <a:off x="4858015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8" name="Oval 876"/>
            <p:cNvSpPr>
              <a:spLocks noChangeArrowheads="1"/>
            </p:cNvSpPr>
            <p:nvPr userDrawn="1"/>
          </p:nvSpPr>
          <p:spPr bwMode="auto">
            <a:xfrm flipV="1">
              <a:off x="496703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9" name="Oval 877"/>
            <p:cNvSpPr>
              <a:spLocks noChangeArrowheads="1"/>
            </p:cNvSpPr>
            <p:nvPr userDrawn="1"/>
          </p:nvSpPr>
          <p:spPr bwMode="auto">
            <a:xfrm flipV="1">
              <a:off x="5074129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80" name="Oval 878"/>
            <p:cNvSpPr>
              <a:spLocks noChangeArrowheads="1"/>
            </p:cNvSpPr>
            <p:nvPr userDrawn="1"/>
          </p:nvSpPr>
          <p:spPr bwMode="auto">
            <a:xfrm flipV="1">
              <a:off x="5182187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7" name="Oval 905"/>
            <p:cNvSpPr>
              <a:spLocks noChangeArrowheads="1"/>
            </p:cNvSpPr>
            <p:nvPr userDrawn="1"/>
          </p:nvSpPr>
          <p:spPr bwMode="auto">
            <a:xfrm flipV="1">
              <a:off x="4319659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8" name="Oval 906"/>
            <p:cNvSpPr>
              <a:spLocks noChangeArrowheads="1"/>
            </p:cNvSpPr>
            <p:nvPr userDrawn="1"/>
          </p:nvSpPr>
          <p:spPr bwMode="auto">
            <a:xfrm flipV="1">
              <a:off x="4426753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9" name="Oval 907"/>
            <p:cNvSpPr>
              <a:spLocks noChangeArrowheads="1"/>
            </p:cNvSpPr>
            <p:nvPr userDrawn="1"/>
          </p:nvSpPr>
          <p:spPr bwMode="auto">
            <a:xfrm flipV="1">
              <a:off x="4533845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0" name="Oval 908"/>
            <p:cNvSpPr>
              <a:spLocks noChangeArrowheads="1"/>
            </p:cNvSpPr>
            <p:nvPr userDrawn="1"/>
          </p:nvSpPr>
          <p:spPr bwMode="auto">
            <a:xfrm flipV="1">
              <a:off x="4642867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1" name="Oval 909"/>
            <p:cNvSpPr>
              <a:spLocks noChangeArrowheads="1"/>
            </p:cNvSpPr>
            <p:nvPr userDrawn="1"/>
          </p:nvSpPr>
          <p:spPr bwMode="auto">
            <a:xfrm flipV="1">
              <a:off x="4750926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2" name="Oval 910"/>
            <p:cNvSpPr>
              <a:spLocks noChangeArrowheads="1"/>
            </p:cNvSpPr>
            <p:nvPr userDrawn="1"/>
          </p:nvSpPr>
          <p:spPr bwMode="auto">
            <a:xfrm flipV="1">
              <a:off x="485801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3" name="Oval 911"/>
            <p:cNvSpPr>
              <a:spLocks noChangeArrowheads="1"/>
            </p:cNvSpPr>
            <p:nvPr userDrawn="1"/>
          </p:nvSpPr>
          <p:spPr bwMode="auto">
            <a:xfrm flipV="1">
              <a:off x="4967042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4" name="Oval 912"/>
            <p:cNvSpPr>
              <a:spLocks noChangeArrowheads="1"/>
            </p:cNvSpPr>
            <p:nvPr userDrawn="1"/>
          </p:nvSpPr>
          <p:spPr bwMode="auto">
            <a:xfrm flipV="1">
              <a:off x="5074131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5" name="Oval 913"/>
            <p:cNvSpPr>
              <a:spLocks noChangeArrowheads="1"/>
            </p:cNvSpPr>
            <p:nvPr userDrawn="1"/>
          </p:nvSpPr>
          <p:spPr bwMode="auto">
            <a:xfrm flipV="1">
              <a:off x="518218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3" name="Oval 905"/>
            <p:cNvSpPr>
              <a:spLocks noChangeArrowheads="1"/>
            </p:cNvSpPr>
            <p:nvPr userDrawn="1"/>
          </p:nvSpPr>
          <p:spPr bwMode="auto">
            <a:xfrm flipV="1">
              <a:off x="4319658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4" name="Oval 906"/>
            <p:cNvSpPr>
              <a:spLocks noChangeArrowheads="1"/>
            </p:cNvSpPr>
            <p:nvPr userDrawn="1"/>
          </p:nvSpPr>
          <p:spPr bwMode="auto">
            <a:xfrm flipV="1">
              <a:off x="4426751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5" name="Oval 907"/>
            <p:cNvSpPr>
              <a:spLocks noChangeArrowheads="1"/>
            </p:cNvSpPr>
            <p:nvPr userDrawn="1"/>
          </p:nvSpPr>
          <p:spPr bwMode="auto">
            <a:xfrm flipV="1">
              <a:off x="4533843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6" name="Oval 908"/>
            <p:cNvSpPr>
              <a:spLocks noChangeArrowheads="1"/>
            </p:cNvSpPr>
            <p:nvPr userDrawn="1"/>
          </p:nvSpPr>
          <p:spPr bwMode="auto">
            <a:xfrm flipV="1">
              <a:off x="4642865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7" name="Oval 909"/>
            <p:cNvSpPr>
              <a:spLocks noChangeArrowheads="1"/>
            </p:cNvSpPr>
            <p:nvPr userDrawn="1"/>
          </p:nvSpPr>
          <p:spPr bwMode="auto">
            <a:xfrm flipV="1">
              <a:off x="4750923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8" name="Oval 910"/>
            <p:cNvSpPr>
              <a:spLocks noChangeArrowheads="1"/>
            </p:cNvSpPr>
            <p:nvPr userDrawn="1"/>
          </p:nvSpPr>
          <p:spPr bwMode="auto">
            <a:xfrm flipV="1">
              <a:off x="4858015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9" name="Oval 911"/>
            <p:cNvSpPr>
              <a:spLocks noChangeArrowheads="1"/>
            </p:cNvSpPr>
            <p:nvPr userDrawn="1"/>
          </p:nvSpPr>
          <p:spPr bwMode="auto">
            <a:xfrm flipV="1">
              <a:off x="4967037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50" name="Oval 912"/>
            <p:cNvSpPr>
              <a:spLocks noChangeArrowheads="1"/>
            </p:cNvSpPr>
            <p:nvPr userDrawn="1"/>
          </p:nvSpPr>
          <p:spPr bwMode="auto">
            <a:xfrm flipV="1">
              <a:off x="5074129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51" name="Oval 913"/>
            <p:cNvSpPr>
              <a:spLocks noChangeArrowheads="1"/>
            </p:cNvSpPr>
            <p:nvPr userDrawn="1"/>
          </p:nvSpPr>
          <p:spPr bwMode="auto">
            <a:xfrm flipV="1">
              <a:off x="5182186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sp>
        <p:nvSpPr>
          <p:cNvPr id="7" name="Freeform 5"/>
          <p:cNvSpPr>
            <a:spLocks/>
          </p:cNvSpPr>
          <p:nvPr userDrawn="1"/>
        </p:nvSpPr>
        <p:spPr bwMode="auto">
          <a:xfrm>
            <a:off x="3393064" y="938302"/>
            <a:ext cx="3128513" cy="2387043"/>
          </a:xfrm>
          <a:custGeom>
            <a:avLst/>
            <a:gdLst>
              <a:gd name="T0" fmla="*/ 218 w 404"/>
              <a:gd name="T1" fmla="*/ 0 h 411"/>
              <a:gd name="T2" fmla="*/ 7 w 404"/>
              <a:gd name="T3" fmla="*/ 169 h 411"/>
              <a:gd name="T4" fmla="*/ 0 w 404"/>
              <a:gd name="T5" fmla="*/ 328 h 411"/>
              <a:gd name="T6" fmla="*/ 244 w 404"/>
              <a:gd name="T7" fmla="*/ 411 h 411"/>
              <a:gd name="T8" fmla="*/ 404 w 404"/>
              <a:gd name="T9" fmla="*/ 234 h 411"/>
              <a:gd name="T10" fmla="*/ 218 w 404"/>
              <a:gd name="T11" fmla="*/ 0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4" h="411">
                <a:moveTo>
                  <a:pt x="218" y="0"/>
                </a:moveTo>
                <a:lnTo>
                  <a:pt x="7" y="169"/>
                </a:lnTo>
                <a:lnTo>
                  <a:pt x="0" y="328"/>
                </a:lnTo>
                <a:lnTo>
                  <a:pt x="244" y="411"/>
                </a:lnTo>
                <a:lnTo>
                  <a:pt x="404" y="234"/>
                </a:lnTo>
                <a:lnTo>
                  <a:pt x="21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2188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5511806" y="3166133"/>
            <a:ext cx="6019801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/>
              <a:t>TITRE DE CHAPITRE SUR 1 OU 2 LIGNES</a:t>
            </a:r>
          </a:p>
        </p:txBody>
      </p:sp>
      <p:sp>
        <p:nvSpPr>
          <p:cNvPr id="2189" name="Espace réservé du texte 3"/>
          <p:cNvSpPr>
            <a:spLocks noGrp="1"/>
          </p:cNvSpPr>
          <p:nvPr>
            <p:ph type="body" sz="quarter" idx="13" hasCustomPrompt="1"/>
          </p:nvPr>
        </p:nvSpPr>
        <p:spPr>
          <a:xfrm>
            <a:off x="5487786" y="4406602"/>
            <a:ext cx="6043823" cy="283819"/>
          </a:xfrm>
        </p:spPr>
        <p:txBody>
          <a:bodyPr>
            <a:noAutofit/>
          </a:bodyPr>
          <a:lstStyle>
            <a:lvl1pPr marL="0" indent="0">
              <a:buNone/>
              <a:defRPr sz="16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Sous-titre sur 1 ou 2 lignes</a:t>
            </a:r>
          </a:p>
        </p:txBody>
      </p:sp>
      <p:sp>
        <p:nvSpPr>
          <p:cNvPr id="2191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3572253" y="1899835"/>
            <a:ext cx="2517083" cy="690414"/>
          </a:xfrm>
        </p:spPr>
        <p:txBody>
          <a:bodyPr anchor="ctr">
            <a:noAutofit/>
          </a:bodyPr>
          <a:lstStyle>
            <a:lvl1pPr marL="0" indent="0" algn="ctr">
              <a:buNone/>
              <a:defRPr sz="9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27/11/2025</a:t>
            </a:r>
          </a:p>
        </p:txBody>
      </p:sp>
      <p:sp>
        <p:nvSpPr>
          <p:cNvPr id="3426" name="Espace réservé du pied de page 3425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427" name="Espace réservé du numéro de diapositive 342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11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10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19" y="1056445"/>
            <a:ext cx="11111932" cy="505066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02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26" y="1056445"/>
            <a:ext cx="5133519" cy="505066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4"/>
          </p:nvPr>
        </p:nvSpPr>
        <p:spPr>
          <a:xfrm>
            <a:off x="6049441" y="1655774"/>
            <a:ext cx="5441951" cy="325278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16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19" y="1056443"/>
            <a:ext cx="11111932" cy="152483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58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1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607490" y="1056448"/>
            <a:ext cx="11087367" cy="491255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14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50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AB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27/11/2025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6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64235" y="3301560"/>
            <a:ext cx="11111932" cy="288426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41194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_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1322"/>
          <p:cNvSpPr/>
          <p:nvPr userDrawn="1"/>
        </p:nvSpPr>
        <p:spPr>
          <a:xfrm>
            <a:off x="4792337" y="710996"/>
            <a:ext cx="5513560" cy="5766004"/>
          </a:xfrm>
          <a:custGeom>
            <a:avLst/>
            <a:gdLst>
              <a:gd name="connsiteX0" fmla="*/ 0 w 4163745"/>
              <a:gd name="connsiteY0" fmla="*/ 0 h 5613604"/>
              <a:gd name="connsiteX1" fmla="*/ 4163745 w 4163745"/>
              <a:gd name="connsiteY1" fmla="*/ 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3268395 w 4163745"/>
              <a:gd name="connsiteY1" fmla="*/ 600075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0 w 4163745"/>
              <a:gd name="connsiteY4" fmla="*/ 5613604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762000 w 4163745"/>
              <a:gd name="connsiteY4" fmla="*/ 2994229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19050 w 4163745"/>
              <a:gd name="connsiteY4" fmla="*/ 4842079 h 5613604"/>
              <a:gd name="connsiteX5" fmla="*/ 0 w 4163745"/>
              <a:gd name="connsiteY5" fmla="*/ 0 h 5613604"/>
              <a:gd name="connsiteX0" fmla="*/ 0 w 4163745"/>
              <a:gd name="connsiteY0" fmla="*/ 0 h 5766004"/>
              <a:gd name="connsiteX1" fmla="*/ 4011345 w 4163745"/>
              <a:gd name="connsiteY1" fmla="*/ 228600 h 5766004"/>
              <a:gd name="connsiteX2" fmla="*/ 4163745 w 4163745"/>
              <a:gd name="connsiteY2" fmla="*/ 5613604 h 5766004"/>
              <a:gd name="connsiteX3" fmla="*/ 1492098 w 4163745"/>
              <a:gd name="connsiteY3" fmla="*/ 5766004 h 5766004"/>
              <a:gd name="connsiteX4" fmla="*/ 19050 w 4163745"/>
              <a:gd name="connsiteY4" fmla="*/ 4842079 h 5766004"/>
              <a:gd name="connsiteX5" fmla="*/ 0 w 4163745"/>
              <a:gd name="connsiteY5" fmla="*/ 0 h 5766004"/>
              <a:gd name="connsiteX0" fmla="*/ 0 w 4011345"/>
              <a:gd name="connsiteY0" fmla="*/ 0 h 5766004"/>
              <a:gd name="connsiteX1" fmla="*/ 4011345 w 4011345"/>
              <a:gd name="connsiteY1" fmla="*/ 228600 h 5766004"/>
              <a:gd name="connsiteX2" fmla="*/ 3916095 w 4011345"/>
              <a:gd name="connsiteY2" fmla="*/ 4680154 h 5766004"/>
              <a:gd name="connsiteX3" fmla="*/ 1492098 w 4011345"/>
              <a:gd name="connsiteY3" fmla="*/ 5766004 h 5766004"/>
              <a:gd name="connsiteX4" fmla="*/ 19050 w 4011345"/>
              <a:gd name="connsiteY4" fmla="*/ 4842079 h 5766004"/>
              <a:gd name="connsiteX5" fmla="*/ 0 w 4011345"/>
              <a:gd name="connsiteY5" fmla="*/ 0 h 5766004"/>
              <a:gd name="connsiteX0" fmla="*/ 0 w 4135170"/>
              <a:gd name="connsiteY0" fmla="*/ 0 h 5766004"/>
              <a:gd name="connsiteX1" fmla="*/ 4011345 w 4135170"/>
              <a:gd name="connsiteY1" fmla="*/ 228600 h 5766004"/>
              <a:gd name="connsiteX2" fmla="*/ 4135170 w 4135170"/>
              <a:gd name="connsiteY2" fmla="*/ 5413579 h 5766004"/>
              <a:gd name="connsiteX3" fmla="*/ 1492098 w 4135170"/>
              <a:gd name="connsiteY3" fmla="*/ 5766004 h 5766004"/>
              <a:gd name="connsiteX4" fmla="*/ 19050 w 4135170"/>
              <a:gd name="connsiteY4" fmla="*/ 4842079 h 5766004"/>
              <a:gd name="connsiteX5" fmla="*/ 0 w 4135170"/>
              <a:gd name="connsiteY5" fmla="*/ 0 h 576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5170" h="5766004">
                <a:moveTo>
                  <a:pt x="0" y="0"/>
                </a:moveTo>
                <a:lnTo>
                  <a:pt x="4011345" y="228600"/>
                </a:lnTo>
                <a:lnTo>
                  <a:pt x="4135170" y="5413579"/>
                </a:lnTo>
                <a:lnTo>
                  <a:pt x="1492098" y="5766004"/>
                </a:lnTo>
                <a:lnTo>
                  <a:pt x="19050" y="48420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1020356" y="550081"/>
            <a:ext cx="1214845" cy="1000649"/>
            <a:chOff x="2023" y="1221"/>
            <a:chExt cx="1710" cy="1878"/>
          </a:xfrm>
        </p:grpSpPr>
        <p:sp>
          <p:nvSpPr>
            <p:cNvPr id="8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9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0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grpSp>
        <p:nvGrpSpPr>
          <p:cNvPr id="2937" name="Groupe 2936"/>
          <p:cNvGrpSpPr/>
          <p:nvPr userDrawn="1"/>
        </p:nvGrpSpPr>
        <p:grpSpPr>
          <a:xfrm>
            <a:off x="3660861" y="570436"/>
            <a:ext cx="4516967" cy="2699223"/>
            <a:chOff x="2745640" y="570435"/>
            <a:chExt cx="3387725" cy="2699223"/>
          </a:xfrm>
        </p:grpSpPr>
        <p:grpSp>
          <p:nvGrpSpPr>
            <p:cNvPr id="2011" name="Groupe 2010"/>
            <p:cNvGrpSpPr/>
            <p:nvPr userDrawn="1"/>
          </p:nvGrpSpPr>
          <p:grpSpPr>
            <a:xfrm>
              <a:off x="2745640" y="570435"/>
              <a:ext cx="3387725" cy="111917"/>
              <a:chOff x="2746375" y="570435"/>
              <a:chExt cx="3387725" cy="111917"/>
            </a:xfrm>
          </p:grpSpPr>
          <p:sp>
            <p:nvSpPr>
              <p:cNvPr id="1801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8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12" name="Groupe 2011"/>
            <p:cNvGrpSpPr/>
            <p:nvPr userDrawn="1"/>
          </p:nvGrpSpPr>
          <p:grpSpPr>
            <a:xfrm>
              <a:off x="2745640" y="769459"/>
              <a:ext cx="3387725" cy="111917"/>
              <a:chOff x="2746375" y="570435"/>
              <a:chExt cx="3387725" cy="111917"/>
            </a:xfrm>
          </p:grpSpPr>
          <p:sp>
            <p:nvSpPr>
              <p:cNvPr id="20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83" name="Groupe 2082"/>
            <p:cNvGrpSpPr/>
            <p:nvPr userDrawn="1"/>
          </p:nvGrpSpPr>
          <p:grpSpPr>
            <a:xfrm>
              <a:off x="2745640" y="968483"/>
              <a:ext cx="3387725" cy="111917"/>
              <a:chOff x="2746375" y="570435"/>
              <a:chExt cx="3387725" cy="111917"/>
            </a:xfrm>
          </p:grpSpPr>
          <p:sp>
            <p:nvSpPr>
              <p:cNvPr id="2084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5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6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7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8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9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0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1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2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3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4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5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6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7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8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9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0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1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2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3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4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5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6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7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8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9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0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1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2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3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4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5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6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7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8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9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0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1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2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3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4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5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6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7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8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9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0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1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2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3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4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5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6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7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8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9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0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1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2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3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4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5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6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7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8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9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0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1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2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3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54" name="Groupe 2153"/>
            <p:cNvGrpSpPr/>
            <p:nvPr userDrawn="1"/>
          </p:nvGrpSpPr>
          <p:grpSpPr>
            <a:xfrm>
              <a:off x="2745640" y="1167507"/>
              <a:ext cx="3387725" cy="111917"/>
              <a:chOff x="2746375" y="570435"/>
              <a:chExt cx="3387725" cy="111917"/>
            </a:xfrm>
          </p:grpSpPr>
          <p:sp>
            <p:nvSpPr>
              <p:cNvPr id="21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25" name="Groupe 2224"/>
            <p:cNvGrpSpPr/>
            <p:nvPr userDrawn="1"/>
          </p:nvGrpSpPr>
          <p:grpSpPr>
            <a:xfrm>
              <a:off x="2745640" y="1366531"/>
              <a:ext cx="3387725" cy="111917"/>
              <a:chOff x="2746375" y="570435"/>
              <a:chExt cx="3387725" cy="111917"/>
            </a:xfrm>
          </p:grpSpPr>
          <p:sp>
            <p:nvSpPr>
              <p:cNvPr id="222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96" name="Groupe 2295"/>
            <p:cNvGrpSpPr/>
            <p:nvPr userDrawn="1"/>
          </p:nvGrpSpPr>
          <p:grpSpPr>
            <a:xfrm>
              <a:off x="2745640" y="1565555"/>
              <a:ext cx="3387725" cy="111917"/>
              <a:chOff x="2746375" y="570435"/>
              <a:chExt cx="3387725" cy="111917"/>
            </a:xfrm>
          </p:grpSpPr>
          <p:sp>
            <p:nvSpPr>
              <p:cNvPr id="229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69" name="Groupe 2368"/>
            <p:cNvGrpSpPr/>
            <p:nvPr userDrawn="1"/>
          </p:nvGrpSpPr>
          <p:grpSpPr>
            <a:xfrm>
              <a:off x="2745640" y="1764579"/>
              <a:ext cx="3387725" cy="111917"/>
              <a:chOff x="2746375" y="570435"/>
              <a:chExt cx="3387725" cy="111917"/>
            </a:xfrm>
          </p:grpSpPr>
          <p:sp>
            <p:nvSpPr>
              <p:cNvPr id="272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0" name="Groupe 2369"/>
            <p:cNvGrpSpPr/>
            <p:nvPr userDrawn="1"/>
          </p:nvGrpSpPr>
          <p:grpSpPr>
            <a:xfrm>
              <a:off x="2745640" y="1963603"/>
              <a:ext cx="3387725" cy="111917"/>
              <a:chOff x="2746375" y="570435"/>
              <a:chExt cx="3387725" cy="111917"/>
            </a:xfrm>
          </p:grpSpPr>
          <p:sp>
            <p:nvSpPr>
              <p:cNvPr id="26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1" name="Groupe 2370"/>
            <p:cNvGrpSpPr/>
            <p:nvPr userDrawn="1"/>
          </p:nvGrpSpPr>
          <p:grpSpPr>
            <a:xfrm>
              <a:off x="2745640" y="2162627"/>
              <a:ext cx="3387725" cy="111917"/>
              <a:chOff x="2746375" y="570435"/>
              <a:chExt cx="3387725" cy="111917"/>
            </a:xfrm>
          </p:grpSpPr>
          <p:sp>
            <p:nvSpPr>
              <p:cNvPr id="258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2" name="Groupe 2371"/>
            <p:cNvGrpSpPr/>
            <p:nvPr userDrawn="1"/>
          </p:nvGrpSpPr>
          <p:grpSpPr>
            <a:xfrm>
              <a:off x="2745640" y="2361651"/>
              <a:ext cx="3387725" cy="111917"/>
              <a:chOff x="2746375" y="570435"/>
              <a:chExt cx="3387725" cy="111917"/>
            </a:xfrm>
          </p:grpSpPr>
          <p:sp>
            <p:nvSpPr>
              <p:cNvPr id="251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3" name="Groupe 2372"/>
            <p:cNvGrpSpPr/>
            <p:nvPr userDrawn="1"/>
          </p:nvGrpSpPr>
          <p:grpSpPr>
            <a:xfrm>
              <a:off x="2745640" y="2560675"/>
              <a:ext cx="3387725" cy="111917"/>
              <a:chOff x="2746375" y="570435"/>
              <a:chExt cx="3387725" cy="111917"/>
            </a:xfrm>
          </p:grpSpPr>
          <p:sp>
            <p:nvSpPr>
              <p:cNvPr id="244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4" name="Groupe 2373"/>
            <p:cNvGrpSpPr/>
            <p:nvPr userDrawn="1"/>
          </p:nvGrpSpPr>
          <p:grpSpPr>
            <a:xfrm>
              <a:off x="2745640" y="2759699"/>
              <a:ext cx="3387725" cy="111917"/>
              <a:chOff x="2746375" y="570435"/>
              <a:chExt cx="3387725" cy="111917"/>
            </a:xfrm>
          </p:grpSpPr>
          <p:sp>
            <p:nvSpPr>
              <p:cNvPr id="237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795" name="Groupe 2794"/>
            <p:cNvGrpSpPr/>
            <p:nvPr userDrawn="1"/>
          </p:nvGrpSpPr>
          <p:grpSpPr>
            <a:xfrm>
              <a:off x="2745640" y="2958723"/>
              <a:ext cx="3387725" cy="111917"/>
              <a:chOff x="2746375" y="570435"/>
              <a:chExt cx="3387725" cy="111917"/>
            </a:xfrm>
          </p:grpSpPr>
          <p:sp>
            <p:nvSpPr>
              <p:cNvPr id="279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866" name="Groupe 2865"/>
            <p:cNvGrpSpPr/>
            <p:nvPr userDrawn="1"/>
          </p:nvGrpSpPr>
          <p:grpSpPr>
            <a:xfrm>
              <a:off x="2745640" y="3157741"/>
              <a:ext cx="3387725" cy="111917"/>
              <a:chOff x="2746375" y="570435"/>
              <a:chExt cx="3387725" cy="111917"/>
            </a:xfrm>
          </p:grpSpPr>
          <p:sp>
            <p:nvSpPr>
              <p:cNvPr id="286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</p:grpSp>
      <p:sp>
        <p:nvSpPr>
          <p:cNvPr id="4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5533043" y="1275585"/>
            <a:ext cx="4495800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Merci de votre attention</a:t>
            </a:r>
          </a:p>
        </p:txBody>
      </p:sp>
      <p:sp>
        <p:nvSpPr>
          <p:cNvPr id="1063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5533043" y="2101434"/>
            <a:ext cx="4495800" cy="283819"/>
          </a:xfrm>
        </p:spPr>
        <p:txBody>
          <a:bodyPr>
            <a:noAutofit/>
          </a:bodyPr>
          <a:lstStyle>
            <a:lvl1pPr marL="0" indent="0">
              <a:buNone/>
              <a:defRPr sz="2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ign.fr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13" y="2633480"/>
            <a:ext cx="10258179" cy="2921395"/>
          </a:xfrm>
          <a:prstGeom prst="rect">
            <a:avLst/>
          </a:prstGeom>
        </p:spPr>
      </p:pic>
      <p:sp>
        <p:nvSpPr>
          <p:cNvPr id="1065" name="ZoneTexte 1064"/>
          <p:cNvSpPr txBox="1"/>
          <p:nvPr userDrawn="1"/>
        </p:nvSpPr>
        <p:spPr>
          <a:xfrm>
            <a:off x="10176761" y="5508724"/>
            <a:ext cx="177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900">
                <a:solidFill>
                  <a:srgbClr val="231F20"/>
                </a:solidFill>
              </a:rPr>
              <a:t>© IGN-SHOM</a:t>
            </a:r>
          </a:p>
          <a:p>
            <a:endParaRPr lang="fr-FR"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451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007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2084893"/>
            <a:ext cx="9144000" cy="1185475"/>
          </a:xfrm>
          <a:prstGeom prst="rect">
            <a:avLst/>
          </a:prstGeom>
        </p:spPr>
        <p:txBody>
          <a:bodyPr anchor="ctr"/>
          <a:lstStyle>
            <a:lvl1pPr algn="ctr">
              <a:defRPr sz="4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17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19E0-880E-4295-B65F-49848F6A4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33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4"/>
            <a:ext cx="11662887" cy="42559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115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359779" y="1041395"/>
            <a:ext cx="5760000" cy="5148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359784" y="228894"/>
            <a:ext cx="11662887" cy="425594"/>
          </a:xfrm>
          <a:prstGeom prst="rect">
            <a:avLst/>
          </a:prstGeom>
        </p:spPr>
        <p:txBody>
          <a:bodyPr anchor="ctr"/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du contenu 2"/>
          <p:cNvSpPr>
            <a:spLocks noGrp="1"/>
          </p:cNvSpPr>
          <p:nvPr>
            <p:ph idx="14"/>
          </p:nvPr>
        </p:nvSpPr>
        <p:spPr>
          <a:xfrm>
            <a:off x="6262665" y="1041395"/>
            <a:ext cx="5760000" cy="5148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1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994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007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27/11/2025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998117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4589366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25558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6175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14607093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607486" y="1517650"/>
            <a:ext cx="9730316" cy="4451351"/>
          </a:xfrm>
        </p:spPr>
        <p:txBody>
          <a:bodyPr rtlCol="0">
            <a:noAutofit/>
          </a:bodyPr>
          <a:lstStyle/>
          <a:p>
            <a:pPr lvl="0"/>
            <a:endParaRPr lang="fr-FR" noProof="0"/>
          </a:p>
        </p:txBody>
      </p:sp>
      <p:sp>
        <p:nvSpPr>
          <p:cNvPr id="4" name="Espace réservé de la date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27/11/2025</a:t>
            </a:r>
          </a:p>
        </p:txBody>
      </p:sp>
      <p:sp>
        <p:nvSpPr>
          <p:cNvPr id="5" name="Espace réservé du numéro de diapositiv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71FF7-2BB2-4C58-8A31-213E11C90CED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2985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78BEB-CB5F-4DC3-8267-6B4093870A95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700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1705444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3"/>
            <a:ext cx="11662887" cy="42559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891" indent="-34289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14" indent="-176209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1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2699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27/11/2025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940904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726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7159649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414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21275333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3966768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3498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3"/>
            <a:ext cx="11662887" cy="42559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891" indent="-34289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14" indent="-176209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1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6625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27/11/2025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0000" y="480000"/>
            <a:ext cx="3600000" cy="3600000"/>
          </a:xfrm>
          <a:prstGeom prst="rect">
            <a:avLst/>
          </a:prstGeom>
        </p:spPr>
      </p:pic>
      <p:pic>
        <p:nvPicPr>
          <p:cNvPr id="69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819" y="635059"/>
            <a:ext cx="3648405" cy="165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0491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  <p:pic>
        <p:nvPicPr>
          <p:cNvPr id="72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028" y="373144"/>
            <a:ext cx="3648405" cy="165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4952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5231025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172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16589634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9692439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24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32.xml"/><Relationship Id="rId9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40.xml"/><Relationship Id="rId9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10"/>
            <a:ext cx="12191092" cy="2610519"/>
          </a:xfrm>
          <a:prstGeom prst="rect">
            <a:avLst/>
          </a:prstGeom>
        </p:spPr>
      </p:pic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13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-12321" y="-34025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4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/>
        </p:nvGrpSpPr>
        <p:grpSpPr>
          <a:xfrm>
            <a:off x="-12321" y="-34025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4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8325" y="291750"/>
            <a:ext cx="11074697" cy="362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 sur 1 ou 2 lignes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2924" y="1056451"/>
            <a:ext cx="11100097" cy="5054947"/>
          </a:xfrm>
          <a:prstGeom prst="rect">
            <a:avLst/>
          </a:prstGeom>
        </p:spPr>
        <p:txBody>
          <a:bodyPr vert="horz" lIns="10800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646897" y="6210300"/>
            <a:ext cx="10824475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utoShape 3"/>
          <p:cNvSpPr>
            <a:spLocks noChangeAspect="1" noChangeArrowheads="1" noTextEdit="1"/>
          </p:cNvSpPr>
          <p:nvPr/>
        </p:nvSpPr>
        <p:spPr bwMode="auto">
          <a:xfrm>
            <a:off x="5255691" y="2787650"/>
            <a:ext cx="168063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231F20"/>
              </a:solidFill>
            </a:endParaRPr>
          </a:p>
        </p:txBody>
      </p:sp>
      <p:sp>
        <p:nvSpPr>
          <p:cNvPr id="71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0971379" y="6189442"/>
            <a:ext cx="7826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lnSpc>
                <a:spcPct val="87000"/>
              </a:lnSpc>
              <a:defRPr lang="fr-FR" sz="1050" b="1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9661559" y="6247705"/>
            <a:ext cx="1177756" cy="232006"/>
          </a:xfrm>
          <a:prstGeom prst="rect">
            <a:avLst/>
          </a:prstGeom>
        </p:spPr>
        <p:txBody>
          <a:bodyPr vert="horz" lIns="108000" tIns="45720" rIns="91440" bIns="45720" rtlCol="0" anchor="ctr">
            <a:noAutofit/>
          </a:bodyPr>
          <a:lstStyle>
            <a:lvl1pPr algn="r">
              <a:lnSpc>
                <a:spcPct val="87000"/>
              </a:lnSpc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27/11/2025</a:t>
            </a:r>
          </a:p>
        </p:txBody>
      </p:sp>
      <p:sp>
        <p:nvSpPr>
          <p:cNvPr id="1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85767" y="6247705"/>
            <a:ext cx="4526720" cy="2320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87000"/>
              </a:lnSpc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5" name="ZoneTexte 14"/>
          <p:cNvSpPr txBox="1"/>
          <p:nvPr userDrawn="1"/>
        </p:nvSpPr>
        <p:spPr>
          <a:xfrm>
            <a:off x="2410368" y="6254038"/>
            <a:ext cx="124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solidFill>
                  <a:srgbClr val="72797F"/>
                </a:solidFill>
                <a:cs typeface="Arial" panose="020B0604020202020204" pitchFamily="34" charset="0"/>
              </a:rPr>
              <a:t>SPP/19.xxx</a:t>
            </a:r>
          </a:p>
        </p:txBody>
      </p:sp>
    </p:spTree>
    <p:extLst>
      <p:ext uri="{BB962C8B-B14F-4D97-AF65-F5344CB8AC3E}">
        <p14:creationId xmlns:p14="http://schemas.microsoft.com/office/powerpoint/2010/main" val="72824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hf hdr="0"/>
  <p:txStyles>
    <p:titleStyle>
      <a:lvl1pPr algn="l" defTabSz="685800" rtl="0" eaLnBrk="1" latinLnBrk="0" hangingPunct="1">
        <a:lnSpc>
          <a:spcPct val="87000"/>
        </a:lnSpc>
        <a:spcBef>
          <a:spcPct val="0"/>
        </a:spcBef>
        <a:buNone/>
        <a:defRPr sz="2400" b="0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6700" indent="-266700" algn="l" defTabSz="685800" rtl="0" eaLnBrk="1" latinLnBrk="0" hangingPunct="1">
        <a:lnSpc>
          <a:spcPct val="87000"/>
        </a:lnSpc>
        <a:spcBef>
          <a:spcPts val="600"/>
        </a:spcBef>
        <a:spcAft>
          <a:spcPts val="600"/>
        </a:spcAft>
        <a:buSzPct val="120000"/>
        <a:buFontTx/>
        <a:buBlip>
          <a:blip r:embed="rId12"/>
        </a:buBlip>
        <a:defRPr sz="2000" kern="1200" cap="none" baseline="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55600" indent="-177800" algn="l" defTabSz="6858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SzPct val="120000"/>
        <a:buFontTx/>
        <a:buBlip>
          <a:blip r:embed="rId12"/>
        </a:buBlip>
        <a:defRPr lang="fr-FR" sz="1800" b="0" kern="1200" dirty="0">
          <a:solidFill>
            <a:srgbClr val="6D6F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1338" indent="-185738" algn="l" defTabSz="6858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6"/>
        </a:buClr>
        <a:buSzPct val="115000"/>
        <a:buFontTx/>
        <a:buBlip>
          <a:blip r:embed="rId13"/>
        </a:buBlip>
        <a:defRPr sz="1600" b="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30238" indent="-185738" algn="l" defTabSz="685800" rtl="0" eaLnBrk="1" latinLnBrk="0" hangingPunct="1">
        <a:lnSpc>
          <a:spcPct val="100000"/>
        </a:lnSpc>
        <a:spcBef>
          <a:spcPts val="300"/>
        </a:spcBef>
        <a:buClr>
          <a:srgbClr val="6D6F71"/>
        </a:buClr>
        <a:buSzPct val="110000"/>
        <a:buFont typeface="Arial" panose="020B0604020202020204" pitchFamily="34" charset="0"/>
        <a:buChar char="•"/>
        <a:defRPr sz="1400" b="0" i="0" kern="1200">
          <a:solidFill>
            <a:srgbClr val="6D6F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19138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Font typeface="Calibri" panose="020F0502020204030204" pitchFamily="34" charset="0"/>
        <a:buChar char="–"/>
        <a:defRPr sz="1200" b="0" i="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2">
          <p15:clr>
            <a:srgbClr val="F26B43"/>
          </p15:clr>
        </p15:guide>
        <p15:guide id="2" pos="107">
          <p15:clr>
            <a:srgbClr val="F26B43"/>
          </p15:clr>
        </p15:guide>
        <p15:guide id="3" orient="horz" pos="4178">
          <p15:clr>
            <a:srgbClr val="F26B43"/>
          </p15:clr>
        </p15:guide>
        <p15:guide id="4" pos="5653">
          <p15:clr>
            <a:srgbClr val="F26B43"/>
          </p15:clr>
        </p15:guide>
        <p15:guide id="5" pos="165">
          <p15:clr>
            <a:srgbClr val="F26B43"/>
          </p15:clr>
        </p15:guide>
        <p15:guide id="6" pos="560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/>
        </p:nvGrpSpPr>
        <p:grpSpPr>
          <a:xfrm>
            <a:off x="-12321" y="0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8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5400000">
            <a:off x="5463021" y="-4691616"/>
            <a:ext cx="111600" cy="11037889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fr-FR"/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  <p:grpSp>
        <p:nvGrpSpPr>
          <p:cNvPr id="12" name="Groupe 69"/>
          <p:cNvGrpSpPr>
            <a:grpSpLocks/>
          </p:cNvGrpSpPr>
          <p:nvPr/>
        </p:nvGrpSpPr>
        <p:grpSpPr bwMode="auto">
          <a:xfrm>
            <a:off x="11641980" y="67810"/>
            <a:ext cx="455613" cy="212725"/>
            <a:chOff x="-102471" y="6111390"/>
            <a:chExt cx="558709" cy="261711"/>
          </a:xfrm>
        </p:grpSpPr>
        <p:sp>
          <p:nvSpPr>
            <p:cNvPr id="13" name="Rectangle 69"/>
            <p:cNvSpPr>
              <a:spLocks noChangeArrowheads="1"/>
            </p:cNvSpPr>
            <p:nvPr userDrawn="1"/>
          </p:nvSpPr>
          <p:spPr bwMode="auto">
            <a:xfrm>
              <a:off x="-102471" y="6119232"/>
              <a:ext cx="48356" cy="245375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alt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4" name="Freeform 70"/>
            <p:cNvSpPr>
              <a:spLocks/>
            </p:cNvSpPr>
            <p:nvPr userDrawn="1"/>
          </p:nvSpPr>
          <p:spPr bwMode="auto">
            <a:xfrm>
              <a:off x="264121" y="6111390"/>
              <a:ext cx="192117" cy="261711"/>
            </a:xfrm>
            <a:custGeom>
              <a:avLst/>
              <a:gdLst>
                <a:gd name="T0" fmla="*/ 147290 w 390"/>
                <a:gd name="T1" fmla="*/ 7886 h 531"/>
                <a:gd name="T2" fmla="*/ 147290 w 390"/>
                <a:gd name="T3" fmla="*/ 154759 h 531"/>
                <a:gd name="T4" fmla="*/ 7389 w 390"/>
                <a:gd name="T5" fmla="*/ 0 h 531"/>
                <a:gd name="T6" fmla="*/ 0 w 390"/>
                <a:gd name="T7" fmla="*/ 0 h 531"/>
                <a:gd name="T8" fmla="*/ 0 w 390"/>
                <a:gd name="T9" fmla="*/ 253332 h 531"/>
                <a:gd name="T10" fmla="*/ 44827 w 390"/>
                <a:gd name="T11" fmla="*/ 253332 h 531"/>
                <a:gd name="T12" fmla="*/ 44827 w 390"/>
                <a:gd name="T13" fmla="*/ 108430 h 531"/>
                <a:gd name="T14" fmla="*/ 184235 w 390"/>
                <a:gd name="T15" fmla="*/ 261711 h 531"/>
                <a:gd name="T16" fmla="*/ 192117 w 390"/>
                <a:gd name="T17" fmla="*/ 261711 h 531"/>
                <a:gd name="T18" fmla="*/ 192117 w 390"/>
                <a:gd name="T19" fmla="*/ 7886 h 531"/>
                <a:gd name="T20" fmla="*/ 147290 w 390"/>
                <a:gd name="T21" fmla="*/ 7886 h 5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5" name="Freeform 71"/>
            <p:cNvSpPr>
              <a:spLocks/>
            </p:cNvSpPr>
            <p:nvPr userDrawn="1"/>
          </p:nvSpPr>
          <p:spPr bwMode="auto">
            <a:xfrm>
              <a:off x="-16541" y="6111390"/>
              <a:ext cx="224464" cy="261711"/>
            </a:xfrm>
            <a:custGeom>
              <a:avLst/>
              <a:gdLst>
                <a:gd name="T0" fmla="*/ 179670 w 456"/>
                <a:gd name="T1" fmla="*/ 182360 h 531"/>
                <a:gd name="T2" fmla="*/ 177208 w 456"/>
                <a:gd name="T3" fmla="*/ 182360 h 531"/>
                <a:gd name="T4" fmla="*/ 177208 w 456"/>
                <a:gd name="T5" fmla="*/ 207989 h 531"/>
                <a:gd name="T6" fmla="*/ 133891 w 456"/>
                <a:gd name="T7" fmla="*/ 216367 h 531"/>
                <a:gd name="T8" fmla="*/ 47748 w 456"/>
                <a:gd name="T9" fmla="*/ 126666 h 531"/>
                <a:gd name="T10" fmla="*/ 130937 w 456"/>
                <a:gd name="T11" fmla="*/ 43372 h 531"/>
                <a:gd name="T12" fmla="*/ 202313 w 456"/>
                <a:gd name="T13" fmla="*/ 75408 h 531"/>
                <a:gd name="T14" fmla="*/ 206251 w 456"/>
                <a:gd name="T15" fmla="*/ 79844 h 531"/>
                <a:gd name="T16" fmla="*/ 209697 w 456"/>
                <a:gd name="T17" fmla="*/ 24150 h 531"/>
                <a:gd name="T18" fmla="*/ 208712 w 456"/>
                <a:gd name="T19" fmla="*/ 23165 h 531"/>
                <a:gd name="T20" fmla="*/ 188038 w 456"/>
                <a:gd name="T21" fmla="*/ 11829 h 531"/>
                <a:gd name="T22" fmla="*/ 131922 w 456"/>
                <a:gd name="T23" fmla="*/ 0 h 531"/>
                <a:gd name="T24" fmla="*/ 36918 w 456"/>
                <a:gd name="T25" fmla="*/ 36472 h 531"/>
                <a:gd name="T26" fmla="*/ 0 w 456"/>
                <a:gd name="T27" fmla="*/ 130116 h 531"/>
                <a:gd name="T28" fmla="*/ 128968 w 456"/>
                <a:gd name="T29" fmla="*/ 261711 h 531"/>
                <a:gd name="T30" fmla="*/ 187053 w 456"/>
                <a:gd name="T31" fmla="*/ 252347 h 531"/>
                <a:gd name="T32" fmla="*/ 222987 w 456"/>
                <a:gd name="T33" fmla="*/ 237561 h 531"/>
                <a:gd name="T34" fmla="*/ 224464 w 456"/>
                <a:gd name="T35" fmla="*/ 237068 h 531"/>
                <a:gd name="T36" fmla="*/ 224464 w 456"/>
                <a:gd name="T37" fmla="*/ 174967 h 531"/>
                <a:gd name="T38" fmla="*/ 221511 w 456"/>
                <a:gd name="T39" fmla="*/ 175953 h 531"/>
                <a:gd name="T40" fmla="*/ 179670 w 456"/>
                <a:gd name="T41" fmla="*/ 182360 h 5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6" name="Freeform 72"/>
            <p:cNvSpPr>
              <a:spLocks/>
            </p:cNvSpPr>
            <p:nvPr userDrawn="1"/>
          </p:nvSpPr>
          <p:spPr bwMode="auto">
            <a:xfrm>
              <a:off x="68736" y="6207122"/>
              <a:ext cx="153237" cy="78742"/>
            </a:xfrm>
            <a:custGeom>
              <a:avLst/>
              <a:gdLst>
                <a:gd name="T0" fmla="*/ 85241 w 311"/>
                <a:gd name="T1" fmla="*/ 7874 h 160"/>
                <a:gd name="T2" fmla="*/ 84748 w 311"/>
                <a:gd name="T3" fmla="*/ 7874 h 160"/>
                <a:gd name="T4" fmla="*/ 0 w 311"/>
                <a:gd name="T5" fmla="*/ 19686 h 160"/>
                <a:gd name="T6" fmla="*/ 68489 w 311"/>
                <a:gd name="T7" fmla="*/ 70868 h 160"/>
                <a:gd name="T8" fmla="*/ 68489 w 311"/>
                <a:gd name="T9" fmla="*/ 70868 h 160"/>
                <a:gd name="T10" fmla="*/ 153237 w 311"/>
                <a:gd name="T11" fmla="*/ 59057 h 160"/>
                <a:gd name="T12" fmla="*/ 85241 w 311"/>
                <a:gd name="T13" fmla="*/ 7874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</p:grpSp>
      <p:pic>
        <p:nvPicPr>
          <p:cNvPr id="17" name="Picture 2" descr="Accueil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23678" y="26610"/>
            <a:ext cx="510777" cy="350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94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55453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27/11/2025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1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1" r:id="rId9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27/11/2025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2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62" r:id="rId8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27/11/2025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73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hyperlink" Target="mailto:Marion.lacroix@ign.f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jpeg"/><Relationship Id="rId9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nigfr/schema-dessertes-transport-de-bois/tree/master/ressources/tableaux-de-travail" TargetMode="External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7.png"/><Relationship Id="rId5" Type="http://schemas.openxmlformats.org/officeDocument/2006/relationships/image" Target="../media/image17.png"/><Relationship Id="rId4" Type="http://schemas.openxmlformats.org/officeDocument/2006/relationships/hyperlink" Target="https://cnig.gouv.fr/gt-dessertes-pour-les-transports-de-bois-a18535.html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33.png"/><Relationship Id="rId5" Type="http://schemas.openxmlformats.org/officeDocument/2006/relationships/image" Target="../media/image35.png"/><Relationship Id="rId4" Type="http://schemas.openxmlformats.org/officeDocument/2006/relationships/image" Target="../media/image26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2.xml"/><Relationship Id="rId7" Type="http://schemas.openxmlformats.org/officeDocument/2006/relationships/hyperlink" Target="https://cnig.gouv.fr/gt-dessertes-pour-les-transports-de-bois-a18535.html#H_Reunion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Relationship Id="rId6" Type="http://schemas.openxmlformats.org/officeDocument/2006/relationships/hyperlink" Target="https://github.com/cnigfr/schema-dessertes-transport-de-bois" TargetMode="External"/><Relationship Id="rId11" Type="http://schemas.openxmlformats.org/officeDocument/2006/relationships/image" Target="../media/image33.png"/><Relationship Id="rId5" Type="http://schemas.openxmlformats.org/officeDocument/2006/relationships/hyperlink" Target="mailto:marion.lacroix@ign.fr" TargetMode="External"/><Relationship Id="rId10" Type="http://schemas.openxmlformats.org/officeDocument/2006/relationships/image" Target="../media/image38.png"/><Relationship Id="rId4" Type="http://schemas.openxmlformats.org/officeDocument/2006/relationships/image" Target="../media/image260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3.xml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39.png"/><Relationship Id="rId5" Type="http://schemas.openxmlformats.org/officeDocument/2006/relationships/hyperlink" Target="https://www.afigeo.asso.fr/wp-content/uploads/2020/12/10/modele-minimal-donnees-pei.pdf" TargetMode="External"/><Relationship Id="rId4" Type="http://schemas.openxmlformats.org/officeDocument/2006/relationships/image" Target="../media/image260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1D4F6B9-F858-4519-8D4C-063D756504E4}"/>
              </a:ext>
            </a:extLst>
          </p:cNvPr>
          <p:cNvSpPr/>
          <p:nvPr/>
        </p:nvSpPr>
        <p:spPr>
          <a:xfrm>
            <a:off x="301047" y="294639"/>
            <a:ext cx="2081900" cy="204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92F264-9D89-442C-A33D-26D9F2FEFE94}"/>
              </a:ext>
            </a:extLst>
          </p:cNvPr>
          <p:cNvSpPr/>
          <p:nvPr/>
        </p:nvSpPr>
        <p:spPr>
          <a:xfrm>
            <a:off x="9731163" y="322055"/>
            <a:ext cx="2175029" cy="1669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351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1341997" y="2527277"/>
            <a:ext cx="9945952" cy="3025112"/>
          </a:xfrm>
        </p:spPr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3200" dirty="0">
                <a:latin typeface="+mj-lt"/>
                <a:ea typeface="Calibri"/>
                <a:cs typeface="Calibri"/>
              </a:rPr>
              <a:t>révision</a:t>
            </a: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 et Elargissement du standard</a:t>
            </a:r>
            <a:endParaRPr lang="fr-FR" sz="32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Calibri"/>
              <a:cs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« Dessertes en forêt : 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transport de bois et DFCI"</a:t>
            </a:r>
            <a:endParaRPr kumimoji="0" lang="fr-FR" sz="54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5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5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marR="0" lvl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sz="2000" dirty="0">
                <a:solidFill>
                  <a:srgbClr val="554538"/>
                </a:solidFill>
                <a:latin typeface="+mj-lt"/>
                <a:cs typeface="Calibri" panose="020F0502020204030204" pitchFamily="34" charset="0"/>
              </a:rPr>
              <a:t>Sous-groupe Points d’eau en forêt</a:t>
            </a:r>
            <a:endParaRPr kumimoji="0" lang="fr-FR" sz="20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algn="r" defTabSz="914377">
              <a:spcBef>
                <a:spcPts val="1000"/>
              </a:spcBef>
              <a:defRPr/>
            </a:pPr>
            <a:endParaRPr lang="fr-FR" sz="2000" dirty="0">
              <a:solidFill>
                <a:srgbClr val="554538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defTabSz="914377">
              <a:spcBef>
                <a:spcPts val="1000"/>
              </a:spcBef>
              <a:defRPr/>
            </a:pPr>
            <a:endParaRPr lang="fr-FR" sz="1467" dirty="0">
              <a:solidFill>
                <a:srgbClr val="554538"/>
              </a:solidFill>
              <a:latin typeface="+mj-lt"/>
              <a:ea typeface="Calibri"/>
              <a:cs typeface="Calibri" panose="020F0502020204030204" pitchFamily="34" charset="0"/>
            </a:endParaRPr>
          </a:p>
          <a:p>
            <a:pPr marL="228594" indent="-228594" algn="r">
              <a:spcBef>
                <a:spcPts val="1000"/>
              </a:spcBef>
              <a:buChar char="•"/>
              <a:defRPr/>
            </a:pPr>
            <a:endParaRPr lang="fr-FR" sz="1300" b="0" dirty="0">
              <a:solidFill>
                <a:srgbClr val="4EA72E">
                  <a:lumMod val="60000"/>
                  <a:lumOff val="40000"/>
                </a:srgbClr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F4B4D34-3332-4206-9757-BB8A2646C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000" y="306481"/>
            <a:ext cx="1333355" cy="1451161"/>
          </a:xfrm>
          <a:prstGeom prst="rect">
            <a:avLst/>
          </a:prstGeom>
          <a:ln>
            <a:noFill/>
          </a:ln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23C5C4C4-B3D8-4A4B-A2A2-51393C9BB76E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1100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BE3EA-BC1C-4F4B-BEBE-F790BF497879}"/>
              </a:ext>
            </a:extLst>
          </p:cNvPr>
          <p:cNvSpPr/>
          <p:nvPr/>
        </p:nvSpPr>
        <p:spPr>
          <a:xfrm>
            <a:off x="11670207" y="2971041"/>
            <a:ext cx="83585" cy="2092973"/>
          </a:xfrm>
          <a:prstGeom prst="rect">
            <a:avLst/>
          </a:prstGeom>
          <a:solidFill>
            <a:srgbClr val="8A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351"/>
          </a:p>
        </p:txBody>
      </p:sp>
      <p:pic>
        <p:nvPicPr>
          <p:cNvPr id="5" name="Image 4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55898B98-6CBE-40D9-CC2E-BFB3DD313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855" y="244021"/>
            <a:ext cx="1575376" cy="1687288"/>
          </a:xfrm>
          <a:prstGeom prst="rect">
            <a:avLst/>
          </a:prstGeom>
          <a:ln>
            <a:noFill/>
          </a:ln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EF014D96-B770-437F-8E9D-C6248933CB3E}"/>
              </a:ext>
            </a:extLst>
          </p:cNvPr>
          <p:cNvGrpSpPr/>
          <p:nvPr/>
        </p:nvGrpSpPr>
        <p:grpSpPr>
          <a:xfrm>
            <a:off x="904051" y="3368327"/>
            <a:ext cx="3365125" cy="3005044"/>
            <a:chOff x="790710" y="2574250"/>
            <a:chExt cx="3365125" cy="3005044"/>
          </a:xfrm>
        </p:grpSpPr>
        <p:pic>
          <p:nvPicPr>
            <p:cNvPr id="18" name="Image 10">
              <a:extLst>
                <a:ext uri="{FF2B5EF4-FFF2-40B4-BE49-F238E27FC236}">
                  <a16:creationId xmlns:a16="http://schemas.microsoft.com/office/drawing/2014/main" id="{85455156-CA8E-44FF-88AF-0243B8E80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8764" y="2574250"/>
              <a:ext cx="2708097" cy="27080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CB131529-0D4F-4171-9917-E2B6F9BD3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791" y="4291551"/>
              <a:ext cx="1287743" cy="128774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BD3A6AC6-9EC3-4B4C-8BCC-0CDF0B526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868094" y="3994607"/>
              <a:ext cx="1287741" cy="128774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E9AF8D38-FAC6-4321-ACD7-16F536668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7103" y="3616839"/>
              <a:ext cx="313997" cy="3139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6C5BBA72-1878-453A-B073-EF55F2AA4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710" y="3773837"/>
              <a:ext cx="780551" cy="78055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31229A-73AF-40B9-BDC6-362330BD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52000" y="6378000"/>
            <a:ext cx="1560000" cy="480000"/>
          </a:xfrm>
        </p:spPr>
        <p:txBody>
          <a:bodyPr/>
          <a:lstStyle/>
          <a:p>
            <a:pPr algn="r"/>
            <a:r>
              <a:rPr lang="fr-FR" cap="all"/>
              <a:t>27/11/2025</a:t>
            </a:r>
            <a:endParaRPr lang="fr-FR" cap="all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B82313C9-D5BF-4E03-9936-9A509F430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7FA9FD43-0EA4-4063-8C97-F0E6FE8C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2000" y="6378000"/>
            <a:ext cx="1800000" cy="480000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1</a:t>
            </a:fld>
            <a:endParaRPr lang="fr-FR" dirty="0"/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15A9D933-5A52-49DE-9C4A-9BF3DAB50D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9358" y="294639"/>
            <a:ext cx="2472215" cy="177283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47A30B6-44BF-4FE9-ACF4-C1DB3834F0B0}"/>
              </a:ext>
            </a:extLst>
          </p:cNvPr>
          <p:cNvSpPr txBox="1"/>
          <p:nvPr/>
        </p:nvSpPr>
        <p:spPr>
          <a:xfrm>
            <a:off x="9971766" y="6099807"/>
            <a:ext cx="1782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200" dirty="0">
                <a:solidFill>
                  <a:srgbClr val="0563C1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Marion.lacroix@ign.fr</a:t>
            </a:r>
            <a:r>
              <a:rPr lang="fr-FR" sz="1200" dirty="0">
                <a:solidFill>
                  <a:srgbClr val="0563C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171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6">
            <a:extLst>
              <a:ext uri="{FF2B5EF4-FFF2-40B4-BE49-F238E27FC236}">
                <a16:creationId xmlns:a16="http://schemas.microsoft.com/office/drawing/2014/main" id="{852BE78D-901C-F949-EE09-515CE0A4DF96}"/>
              </a:ext>
            </a:extLst>
          </p:cNvPr>
          <p:cNvSpPr txBox="1">
            <a:spLocks/>
          </p:cNvSpPr>
          <p:nvPr/>
        </p:nvSpPr>
        <p:spPr>
          <a:xfrm>
            <a:off x="409377" y="1345536"/>
            <a:ext cx="8067909" cy="9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spcBef>
                <a:spcPct val="0"/>
              </a:spcBef>
            </a:pPr>
            <a:r>
              <a:rPr lang="fr-FR" sz="2800" b="1" dirty="0">
                <a:solidFill>
                  <a:srgbClr val="C00000"/>
                </a:solidFill>
                <a:latin typeface="+mj-lt"/>
                <a:ea typeface="+mj-ea"/>
                <a:cs typeface="Calibri" panose="020F0502020204030204" pitchFamily="34" charset="0"/>
              </a:rPr>
              <a:t>Programme de la matinée 10h-12h30</a:t>
            </a:r>
            <a:endParaRPr lang="fr-FR" sz="2800" dirty="0">
              <a:solidFill>
                <a:srgbClr val="C00000"/>
              </a:solidFill>
              <a:latin typeface="+mj-lt"/>
              <a:ea typeface="+mj-ea"/>
              <a:cs typeface="Calibri" panose="020F0502020204030204" pitchFamily="34" charset="0"/>
            </a:endParaRPr>
          </a:p>
          <a:p>
            <a:pPr defTabSz="1219170">
              <a:lnSpc>
                <a:spcPct val="90000"/>
              </a:lnSpc>
            </a:pPr>
            <a:endParaRPr lang="fr-FR" sz="2800" b="1" kern="0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AA984F-3C65-41E9-883E-DB73BF2F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FE395B-DB4E-4519-807C-CB8B92945B67}"/>
              </a:ext>
            </a:extLst>
          </p:cNvPr>
          <p:cNvSpPr txBox="1"/>
          <p:nvPr/>
        </p:nvSpPr>
        <p:spPr>
          <a:xfrm>
            <a:off x="409377" y="2242216"/>
            <a:ext cx="8402113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  <a:ea typeface="Calibri"/>
                <a:cs typeface="Calibri"/>
              </a:rPr>
              <a:t>Présentation - Remise en contexte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  <a:ea typeface="Calibri"/>
                <a:cs typeface="Calibri"/>
              </a:rPr>
              <a:t>Tour de table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  <a:ea typeface="Calibri"/>
                <a:cs typeface="Calibri"/>
              </a:rPr>
              <a:t>Base terminologique (échanges)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  <a:ea typeface="Calibri"/>
                <a:cs typeface="Calibri"/>
              </a:rPr>
              <a:t>Pause 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  <a:ea typeface="Calibri"/>
                <a:cs typeface="Calibri"/>
              </a:rPr>
              <a:t>Atelier modélisation (échanges)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  <a:ea typeface="Calibri"/>
                <a:cs typeface="Calibri"/>
              </a:rPr>
              <a:t>Conclusion et poursuite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EF5CDFBA-28C7-4803-A3C1-549F88EA3EF8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1100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9DFC9C8-743F-4707-8D4D-6BEAFA71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D771BEE-F722-43F8-AF18-D4716762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19" name="Espace réservé du pied de page 10">
            <a:extLst>
              <a:ext uri="{FF2B5EF4-FFF2-40B4-BE49-F238E27FC236}">
                <a16:creationId xmlns:a16="http://schemas.microsoft.com/office/drawing/2014/main" id="{AB076570-CFEA-4AB6-9899-F591311F560D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BED6B12-AE2A-4DCA-9183-ECFC6A905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494" y="3698247"/>
            <a:ext cx="2268756" cy="226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7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59A0-8D28-73CE-FC3C-07C1F2AF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08525-092B-97F0-719E-F2B4ACA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80000" y="637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48205-CEA1-74EA-3B52-D14C79F5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49CAF71-85BB-E46B-C9EF-3972E4D63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60000" y="1395766"/>
            <a:ext cx="11232000" cy="4375671"/>
          </a:xfrm>
        </p:spPr>
        <p:txBody>
          <a:bodyPr/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Règles de vie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20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Ecoute, partage de la parole</a:t>
            </a:r>
            <a:endParaRPr lang="fr-FR" sz="20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Bienveillance, droit à l’erreur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Engagement</a:t>
            </a:r>
            <a:endParaRPr lang="fr-FR" sz="20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Atelier en visio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Enregistrement vidéo (pour le CR, non diffusée)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Sondage en ligne sur teams</a:t>
            </a:r>
          </a:p>
          <a:p>
            <a:pPr marL="342900" lvl="1" indent="0">
              <a:buClr>
                <a:srgbClr val="554538"/>
              </a:buClr>
              <a:buNone/>
              <a:defRPr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Poursuite des travaux</a:t>
            </a:r>
            <a:endParaRPr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Envoi des ppt + CR à la liste de mail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Ressources accessibles sur le </a:t>
            </a:r>
            <a:r>
              <a:rPr lang="fr-FR" sz="2066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 et la </a:t>
            </a:r>
            <a:r>
              <a:rPr lang="fr-FR" sz="2066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CNIG du GT</a:t>
            </a: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  <a:p>
            <a:pPr marL="457200" lvl="1" indent="0" algn="just">
              <a:spcBef>
                <a:spcPts val="300"/>
              </a:spcBef>
              <a:buNone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F1DCB85A-A34F-4AAE-85E5-400DFC79239D}"/>
              </a:ext>
            </a:extLst>
          </p:cNvPr>
          <p:cNvSpPr txBox="1">
            <a:spLocks/>
          </p:cNvSpPr>
          <p:nvPr/>
        </p:nvSpPr>
        <p:spPr bwMode="gray">
          <a:xfrm>
            <a:off x="3926144" y="240000"/>
            <a:ext cx="7905601" cy="4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467" dirty="0"/>
              <a:t>Modalités de travail en commun</a:t>
            </a:r>
            <a:endParaRPr lang="fr-FR" sz="100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130CD4-EFAA-483A-9331-8E23B700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03ECD8A-FFB7-44F8-A6A6-4811D6D8E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  <a:ln>
            <a:noFill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A3E84CF-23C6-4986-B9E8-9952BC28BC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98266">
            <a:off x="8228884" y="1942193"/>
            <a:ext cx="2046231" cy="2046231"/>
          </a:xfrm>
          <a:prstGeom prst="rect">
            <a:avLst/>
          </a:prstGeom>
          <a:ln>
            <a:noFill/>
          </a:ln>
        </p:spPr>
      </p:pic>
      <p:sp>
        <p:nvSpPr>
          <p:cNvPr id="12" name="Espace réservé du pied de page 10">
            <a:extLst>
              <a:ext uri="{FF2B5EF4-FFF2-40B4-BE49-F238E27FC236}">
                <a16:creationId xmlns:a16="http://schemas.microsoft.com/office/drawing/2014/main" id="{41CF2B8A-B32D-4C3F-AF16-7BE3942317D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151421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59A0-8D28-73CE-FC3C-07C1F2AF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08525-092B-97F0-719E-F2B4ACA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80000" y="637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48205-CEA1-74EA-3B52-D14C79F5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49CAF71-85BB-E46B-C9EF-3972E4D63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13660" y="1575314"/>
            <a:ext cx="11232000" cy="4375671"/>
          </a:xfrm>
        </p:spPr>
        <p:txBody>
          <a:bodyPr/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Couper son micro lorsqu’on ne parle pas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20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Surtout si son bureau est bruyant!</a:t>
            </a:r>
            <a:endParaRPr lang="fr-FR" sz="2066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Ne pas hésiter à mettre des liens ou autres informations dans le tchat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Les sondages seront présents dans les conversations</a:t>
            </a:r>
          </a:p>
          <a:p>
            <a:pPr marL="342900" lvl="1" indent="0">
              <a:buClr>
                <a:srgbClr val="554538"/>
              </a:buClr>
              <a:buNone/>
              <a:defRPr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Activer si possible sa caméra </a:t>
            </a:r>
          </a:p>
          <a:p>
            <a:pPr marL="678892" lvl="1" indent="-342900" defTabSz="914400"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267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S</a:t>
            </a:r>
            <a:r>
              <a:rPr lang="fr-FR" sz="2267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’il y a du monde, </a:t>
            </a:r>
            <a:r>
              <a:rPr lang="fr-FR" sz="2267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l</a:t>
            </a:r>
            <a:r>
              <a:rPr lang="fr-FR" sz="2267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orsqu’on</a:t>
            </a:r>
            <a:r>
              <a:rPr lang="fr-FR" sz="2267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 prend la parole uniquement</a:t>
            </a:r>
          </a:p>
          <a:p>
            <a:pPr marL="678892" lvl="1" indent="-342900" defTabSz="914400"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2267" b="0" dirty="0">
              <a:solidFill>
                <a:srgbClr val="000000"/>
              </a:solidFill>
              <a:latin typeface="Calibri"/>
              <a:ea typeface="Times New Roman" panose="02020603050405020304" pitchFamily="18" charset="0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Prendre la parole peut être compliqué…</a:t>
            </a:r>
          </a:p>
          <a:p>
            <a:pPr marL="678892" lvl="1" indent="-342900" defTabSz="914400"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267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ne pas hésiter à lever la main pour être entendu!</a:t>
            </a:r>
            <a:endParaRPr lang="fr-FR" sz="2267" b="0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678892" lvl="1" indent="-342900" defTabSz="914400"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  <a:p>
            <a:pPr marL="457200" lvl="1" indent="0" algn="just">
              <a:spcBef>
                <a:spcPts val="300"/>
              </a:spcBef>
              <a:buNone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130CD4-EFAA-483A-9331-8E23B700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03ECD8A-FFB7-44F8-A6A6-4811D6D8E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  <a:ln>
            <a:noFill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B873A65-A0B4-4677-881C-E879864D51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352" b="9044"/>
          <a:stretch/>
        </p:blipFill>
        <p:spPr>
          <a:xfrm>
            <a:off x="427606" y="5158231"/>
            <a:ext cx="1286054" cy="87044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0A823BF-0A52-48B4-ADEF-75844D979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01" y="2598988"/>
            <a:ext cx="1181265" cy="89547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3379E5B-409C-4A5A-AB41-2038600935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2013"/>
          <a:stretch/>
        </p:blipFill>
        <p:spPr>
          <a:xfrm>
            <a:off x="480001" y="1431680"/>
            <a:ext cx="1181265" cy="81926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6A2A8EB-338A-4B5A-B95F-D060CC35F1D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170"/>
          <a:stretch/>
        </p:blipFill>
        <p:spPr>
          <a:xfrm>
            <a:off x="655981" y="3921478"/>
            <a:ext cx="829304" cy="80973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F5F5647-0945-402A-A80E-A53909DA03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6787" y="700879"/>
            <a:ext cx="7726434" cy="413556"/>
          </a:xfrm>
          <a:prstGeom prst="rect">
            <a:avLst/>
          </a:prstGeom>
        </p:spPr>
      </p:pic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31834D05-96E3-4382-924B-3E0CAD8973C6}"/>
              </a:ext>
            </a:extLst>
          </p:cNvPr>
          <p:cNvSpPr txBox="1">
            <a:spLocks/>
          </p:cNvSpPr>
          <p:nvPr/>
        </p:nvSpPr>
        <p:spPr bwMode="gray">
          <a:xfrm>
            <a:off x="3926144" y="240000"/>
            <a:ext cx="7905601" cy="4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467" dirty="0"/>
              <a:t>B.a.ba de la visio</a:t>
            </a:r>
            <a:endParaRPr lang="fr-FR" sz="1000" dirty="0"/>
          </a:p>
        </p:txBody>
      </p:sp>
      <p:sp>
        <p:nvSpPr>
          <p:cNvPr id="20" name="Espace réservé du pied de page 10">
            <a:extLst>
              <a:ext uri="{FF2B5EF4-FFF2-40B4-BE49-F238E27FC236}">
                <a16:creationId xmlns:a16="http://schemas.microsoft.com/office/drawing/2014/main" id="{11E1EEA8-9C02-4AD2-8C3F-8B50459CA4E3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236127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4A21B9-D2B4-49C3-B39A-984967DE242D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Mise en contexte</a:t>
            </a:r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2007A2-99E4-4F9F-A223-1CF2C8BA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dirty="0"/>
              <a:t>27/11/2025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28CB49-4516-4C3D-974F-D42AC1FF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C47F03-C326-4966-BB4C-AB1203A18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143" y="2287770"/>
            <a:ext cx="1551842" cy="1551842"/>
          </a:xfrm>
          <a:prstGeom prst="rect">
            <a:avLst/>
          </a:prstGeom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A0B99B6E-89EA-421B-BD04-F5AC00C65404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466253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7595" y="347789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/>
              <a:t>Projet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18170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55551" y="775381"/>
            <a:ext cx="11916357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buFont typeface="Arial" panose="020B0604020202020204" pitchFamily="34" charset="0"/>
              <a:buChar char="•"/>
            </a:pPr>
            <a:r>
              <a:rPr lang="it-IT" sz="1600" b="0" dirty="0">
                <a:solidFill>
                  <a:srgbClr val="000000"/>
                </a:solidFill>
                <a:latin typeface="+mn-lt"/>
              </a:rPr>
              <a:t>Pilotage MASA &amp; MI, animation IGN &amp; FCBA</a:t>
            </a:r>
          </a:p>
          <a:p>
            <a:pPr lvl="1" algn="just" fontAlgn="base"/>
            <a:endParaRPr lang="fr-FR" sz="1400" b="0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600" b="0" dirty="0">
                <a:solidFill>
                  <a:srgbClr val="000000"/>
                </a:solidFill>
                <a:latin typeface="+mn-lt"/>
              </a:rPr>
              <a:t>Loi Incendie</a:t>
            </a:r>
          </a:p>
          <a:p>
            <a:pPr lvl="1" algn="just" fontAlgn="base"/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Art. L. 153-9. – […] II. – Chaque département établit et met à jour, au moins tous les cinq ans, une carte des 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voies d’accès aux ressources forestières, 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E1000F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des voies de défense des bois et forêts contre l’incendie et des points d’eau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. Cette carte est mise à disposition </a:t>
            </a:r>
            <a:r>
              <a:rPr kumimoji="0" lang="fr-FR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gratuitement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 et </a:t>
            </a:r>
            <a:r>
              <a:rPr kumimoji="0" lang="fr-FR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librement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 sous une forme dématérialisée, sur un portail national commun au plus tard le 1</a:t>
            </a:r>
            <a:r>
              <a:rPr kumimoji="0" lang="fr-FR" sz="900" b="0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er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 janvier 2026</a:t>
            </a:r>
          </a:p>
          <a:p>
            <a:pPr lvl="1" algn="just" fontAlgn="base"/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Article 4 : « Un arrêté du ministre chargé de l'agriculture définit des </a:t>
            </a:r>
            <a:r>
              <a:rPr kumimoji="0" lang="fr-FR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normes cartographiques 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en vue d'assurer </a:t>
            </a:r>
            <a:r>
              <a:rPr kumimoji="0" lang="fr-FR" sz="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l'harmonisation nationale des cartes départementales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. »</a:t>
            </a:r>
          </a:p>
          <a:p>
            <a:pPr lvl="1" algn="just" fontAlgn="base"/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Arrêté ministériel en cours de rédaction pour imposer le standard CNIG Dessertes en forêt : Transport de bois et DFCI comme norme cartographique</a:t>
            </a:r>
          </a:p>
          <a:p>
            <a:pPr marL="809625" lvl="2" indent="0" algn="just" fontAlgn="base">
              <a:buNone/>
            </a:pPr>
            <a:endParaRPr lang="fr-FR" sz="1600" b="0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600" b="0" dirty="0">
                <a:solidFill>
                  <a:srgbClr val="000000"/>
                </a:solidFill>
                <a:latin typeface="+mn-lt"/>
              </a:rPr>
              <a:t>Objectif du standard V2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+mn-lt"/>
              </a:rPr>
              <a:t>Assurer cohérence </a:t>
            </a:r>
            <a:r>
              <a:rPr lang="fr-FR" sz="1400" dirty="0">
                <a:latin typeface="+mn-lt"/>
              </a:rPr>
              <a:t>entre l’ensemble des données et acteurs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+mn-lt"/>
              </a:rPr>
              <a:t>Uniformiser les productions </a:t>
            </a:r>
            <a:r>
              <a:rPr lang="fr-FR" sz="1400" dirty="0">
                <a:solidFill>
                  <a:srgbClr val="000000"/>
                </a:solidFill>
                <a:latin typeface="+mn-lt"/>
              </a:rPr>
              <a:t>régionales ou locales de données</a:t>
            </a:r>
            <a:endParaRPr lang="fr-FR" sz="1400" dirty="0">
              <a:solidFill>
                <a:srgbClr val="000000"/>
              </a:solidFill>
              <a:latin typeface="+mn-lt"/>
              <a:cs typeface="Arial"/>
            </a:endParaRP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400" dirty="0">
                <a:latin typeface="+mn-lt"/>
                <a:cs typeface="Arial"/>
              </a:rPr>
              <a:t>Faciliter leur </a:t>
            </a:r>
            <a:r>
              <a:rPr lang="fr-FR" sz="1400" b="1" dirty="0">
                <a:latin typeface="+mn-lt"/>
                <a:cs typeface="Arial"/>
              </a:rPr>
              <a:t>intégration dans une base nationale unique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Intégrer </a:t>
            </a:r>
            <a:r>
              <a:rPr lang="fr-FR" sz="1400" dirty="0">
                <a:latin typeface="+mn-lt"/>
              </a:rPr>
              <a:t>les </a:t>
            </a:r>
            <a:r>
              <a:rPr lang="fr-FR" sz="1400" b="1" dirty="0">
                <a:latin typeface="+mn-lt"/>
              </a:rPr>
              <a:t>thématiques « Pistes DFCI » et « Points d’eau »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400" dirty="0">
                <a:latin typeface="+mn-lt"/>
              </a:rPr>
              <a:t>Rendre le modèle de données compatible avec celui de la </a:t>
            </a:r>
            <a:r>
              <a:rPr lang="fr-FR" sz="1400" b="1" dirty="0">
                <a:latin typeface="+mn-lt"/>
              </a:rPr>
              <a:t>BD TOPO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400" dirty="0">
                <a:latin typeface="+mn-lt"/>
              </a:rPr>
              <a:t>Prendre en compte le </a:t>
            </a:r>
            <a:r>
              <a:rPr lang="fr-FR" sz="1400" b="1" dirty="0">
                <a:latin typeface="+mn-lt"/>
              </a:rPr>
              <a:t>retour d'expérience </a:t>
            </a:r>
            <a:r>
              <a:rPr lang="fr-FR" sz="1400" dirty="0">
                <a:latin typeface="+mn-lt"/>
              </a:rPr>
              <a:t>de la v1</a:t>
            </a:r>
          </a:p>
          <a:p>
            <a:pPr lvl="1" algn="just" fontAlgn="base"/>
            <a:endParaRPr lang="fr-FR" sz="1600" b="0" dirty="0">
              <a:solidFill>
                <a:srgbClr val="000000"/>
              </a:solidFill>
              <a:latin typeface="+mn-lt"/>
            </a:endParaRPr>
          </a:p>
          <a:p>
            <a:pPr algn="just" defTabSz="121917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Livrables attendus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Une </a:t>
            </a:r>
            <a:r>
              <a:rPr lang="fr-FR" sz="140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V2 du standard </a:t>
            </a: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« Dessertes en forêt : Transport de bois et DFCI »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Un </a:t>
            </a:r>
            <a:r>
              <a:rPr lang="fr-FR" sz="140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modèle conceptuel de données  </a:t>
            </a: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(+ table de correspondance Standard/BD TOPO)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Un </a:t>
            </a:r>
            <a:r>
              <a:rPr lang="fr-FR" sz="140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schéma</a:t>
            </a: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 pour validateurs (compatible </a:t>
            </a:r>
            <a:r>
              <a:rPr lang="fr-FR" sz="1400" b="0" dirty="0" err="1">
                <a:solidFill>
                  <a:srgbClr val="000000"/>
                </a:solidFill>
                <a:latin typeface="+mj-lt"/>
                <a:ea typeface="Calibri"/>
                <a:cs typeface="Arial"/>
              </a:rPr>
              <a:t>schema.data.gouv</a:t>
            </a: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/</a:t>
            </a:r>
            <a:r>
              <a:rPr lang="fr-FR" sz="1400" b="0" dirty="0" err="1">
                <a:solidFill>
                  <a:srgbClr val="000000"/>
                </a:solidFill>
                <a:latin typeface="+mj-lt"/>
                <a:ea typeface="Calibri"/>
                <a:cs typeface="Arial"/>
              </a:rPr>
              <a:t>validata</a:t>
            </a:r>
            <a:r>
              <a:rPr lang="fr-FR" sz="14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)</a:t>
            </a:r>
          </a:p>
          <a:p>
            <a:pPr algn="just" defTabSz="121917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0B07EC7-4B72-4890-83EE-2C06AD6BC0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680" y="259092"/>
            <a:ext cx="660639" cy="660639"/>
          </a:xfrm>
          <a:prstGeom prst="rect">
            <a:avLst/>
          </a:prstGeom>
          <a:ln>
            <a:noFill/>
          </a:ln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ADDD59FF-C10E-4D70-94CF-5423E96963FA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5" name="Espace réservé du numéro de diapositive 16">
            <a:extLst>
              <a:ext uri="{FF2B5EF4-FFF2-40B4-BE49-F238E27FC236}">
                <a16:creationId xmlns:a16="http://schemas.microsoft.com/office/drawing/2014/main" id="{D9D6A77B-C90B-4BA5-B67B-E8110E1FB2FD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6</a:t>
            </a:fld>
            <a:endParaRPr lang="fr-FR" sz="1000" b="1" dirty="0"/>
          </a:p>
        </p:txBody>
      </p:sp>
      <p:pic>
        <p:nvPicPr>
          <p:cNvPr id="16" name="Picture 9">
            <a:extLst>
              <a:ext uri="{FF2B5EF4-FFF2-40B4-BE49-F238E27FC236}">
                <a16:creationId xmlns:a16="http://schemas.microsoft.com/office/drawing/2014/main" id="{D50FD7D4-0ED8-48F7-A85E-3DDC5A399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2299D64-C0CA-4239-8A56-691C7E50A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Espace réservé de la date 2">
            <a:extLst>
              <a:ext uri="{FF2B5EF4-FFF2-40B4-BE49-F238E27FC236}">
                <a16:creationId xmlns:a16="http://schemas.microsoft.com/office/drawing/2014/main" id="{460D8887-570A-47F8-A659-F51CA2C60395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 dirty="0"/>
              <a:t>27/11/2025</a:t>
            </a:r>
          </a:p>
        </p:txBody>
      </p:sp>
    </p:spTree>
    <p:extLst>
      <p:ext uri="{BB962C8B-B14F-4D97-AF65-F5344CB8AC3E}">
        <p14:creationId xmlns:p14="http://schemas.microsoft.com/office/powerpoint/2010/main" val="75759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4659" y="368683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/>
              <a:t>Fonctionnement des outils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18170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220092" y="1019656"/>
            <a:ext cx="11551699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11" lvl="1" indent="-342900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Liste de diffusion par mail (inscription via </a:t>
            </a:r>
            <a:r>
              <a:rPr lang="fr-FR" sz="1867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marion.lacroix@ign.fr</a:t>
            </a: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)</a:t>
            </a:r>
          </a:p>
          <a:p>
            <a:pPr marL="571511" lvl="1" indent="-342900" algn="just">
              <a:buClr>
                <a:srgbClr val="554538"/>
              </a:buClr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2 espaces de travail commun</a:t>
            </a:r>
          </a:p>
          <a:p>
            <a:pPr lvl="2" indent="-457189" algn="just">
              <a:buClr>
                <a:srgbClr val="554538"/>
              </a:buClr>
              <a:buFont typeface="Arial" panose="020B0604020202020204" pitchFamily="34" charset="0"/>
              <a:buChar char="•"/>
              <a:defRPr/>
            </a:pPr>
            <a:r>
              <a:rPr lang="fr-FR" sz="186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Calibri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186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Calibri"/>
                <a:cs typeface="Arial"/>
              </a:rPr>
              <a:t> </a:t>
            </a:r>
            <a:r>
              <a:rPr lang="fr-FR" sz="1867" dirty="0">
                <a:solidFill>
                  <a:srgbClr val="000000"/>
                </a:solidFill>
                <a:latin typeface="+mj-lt"/>
                <a:cs typeface="Arial"/>
              </a:rPr>
              <a:t>(maj + rapide)</a:t>
            </a:r>
          </a:p>
          <a:p>
            <a:pPr lvl="3" indent="-457189" algn="just">
              <a:buClr>
                <a:srgbClr val="554538"/>
              </a:buClr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cs typeface="Arial"/>
              </a:rPr>
              <a:t>Espace Suivi (de réunions) </a:t>
            </a: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(ODJ, CR, ppt)</a:t>
            </a:r>
            <a:endParaRPr lang="fr-FR" sz="1867" dirty="0">
              <a:solidFill>
                <a:srgbClr val="000000"/>
              </a:solidFill>
              <a:latin typeface="+mj-lt"/>
              <a:cs typeface="Arial"/>
            </a:endParaRPr>
          </a:p>
          <a:p>
            <a:pPr lvl="3" indent="-457189" algn="just">
              <a:buClr>
                <a:srgbClr val="554538"/>
              </a:buClr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cs typeface="Arial"/>
              </a:rPr>
              <a:t>Espace Ressources (standards préexistants, tables de travail)</a:t>
            </a:r>
          </a:p>
          <a:p>
            <a:pPr marL="1143011" lvl="3" indent="0" algn="just">
              <a:buClr>
                <a:srgbClr val="554538"/>
              </a:buClr>
              <a:buNone/>
              <a:defRPr/>
            </a:pPr>
            <a:endParaRPr lang="fr-FR" sz="1867" dirty="0">
              <a:solidFill>
                <a:srgbClr val="000000"/>
              </a:solidFill>
              <a:latin typeface="+mj-lt"/>
              <a:cs typeface="Arial"/>
            </a:endParaRPr>
          </a:p>
          <a:p>
            <a:pPr lvl="2" indent="-457189" algn="just">
              <a:buClr>
                <a:srgbClr val="554538"/>
              </a:buClr>
              <a:buFont typeface="Arial" panose="020B0604020202020204" pitchFamily="34" charset="0"/>
              <a:buChar char="•"/>
              <a:defRPr/>
            </a:pPr>
            <a:r>
              <a:rPr lang="fr-FR" sz="186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Calibri"/>
                <a:cs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CNIG du GT</a:t>
            </a:r>
            <a:endParaRPr lang="fr-FR" sz="1867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Calibri"/>
              <a:cs typeface="Arial"/>
            </a:endParaRPr>
          </a:p>
          <a:p>
            <a:pPr lvl="3" indent="-457189" algn="just">
              <a:buClr>
                <a:srgbClr val="554538"/>
              </a:buClr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Espace Réunions (ODJ, CR, ppt, etc.)</a:t>
            </a:r>
          </a:p>
          <a:p>
            <a:pPr lvl="3" indent="-457189" algn="just">
              <a:buClr>
                <a:srgbClr val="554538"/>
              </a:buClr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Espace Ressources (</a:t>
            </a:r>
            <a:r>
              <a:rPr lang="fr-FR" sz="1867" dirty="0">
                <a:solidFill>
                  <a:srgbClr val="000000"/>
                </a:solidFill>
                <a:latin typeface="+mj-lt"/>
                <a:cs typeface="Arial"/>
              </a:rPr>
              <a:t>standards préexistants, tables de travail)</a:t>
            </a:r>
          </a:p>
          <a:p>
            <a:pPr lvl="3" indent="-457189" algn="just">
              <a:buClr>
                <a:srgbClr val="554538"/>
              </a:buClr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marL="571511" lvl="1" indent="-342900" algn="just">
              <a:buClr>
                <a:srgbClr val="554538"/>
              </a:buClr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marL="228611" lvl="1" indent="0" algn="just">
              <a:buClr>
                <a:srgbClr val="554538"/>
              </a:buClr>
              <a:buNone/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marL="228611" lvl="1" indent="0" algn="just">
              <a:buClr>
                <a:srgbClr val="554538"/>
              </a:buClr>
              <a:buNone/>
              <a:defRPr/>
            </a:pPr>
            <a:endParaRPr lang="fr-FR" sz="1867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marL="609585" lvl="1" indent="0" algn="just" fontAlgn="base">
              <a:buNone/>
            </a:pPr>
            <a:endParaRPr lang="fr-FR" sz="1867" b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ACA5AA55-4944-494B-AE2F-E60D5AE09758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3" name="Espace réservé de la date 1">
            <a:extLst>
              <a:ext uri="{FF2B5EF4-FFF2-40B4-BE49-F238E27FC236}">
                <a16:creationId xmlns:a16="http://schemas.microsoft.com/office/drawing/2014/main" id="{86F9FF89-4547-44A3-9827-EF30F4337D6C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19/11/2025</a:t>
            </a:r>
          </a:p>
        </p:txBody>
      </p:sp>
      <p:sp>
        <p:nvSpPr>
          <p:cNvPr id="15" name="Espace réservé du numéro de diapositive 16">
            <a:extLst>
              <a:ext uri="{FF2B5EF4-FFF2-40B4-BE49-F238E27FC236}">
                <a16:creationId xmlns:a16="http://schemas.microsoft.com/office/drawing/2014/main" id="{14A00CCA-0266-482F-9902-F820C1DFE544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7</a:t>
            </a:fld>
            <a:endParaRPr lang="fr-FR" sz="1000" b="1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D9FDE06-1C77-4AFB-88C2-152FE254EA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494" y="138882"/>
            <a:ext cx="768085" cy="768085"/>
          </a:xfrm>
          <a:prstGeom prst="rect">
            <a:avLst/>
          </a:prstGeom>
          <a:ln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634F7AD-C778-4EF9-813C-C8CC8069D3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644" y="4917692"/>
            <a:ext cx="4416141" cy="174896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42BC7BD-FA07-45DB-8C31-2A0868ECEA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334" y="4922179"/>
            <a:ext cx="5207225" cy="1695821"/>
          </a:xfrm>
          <a:prstGeom prst="rect">
            <a:avLst/>
          </a:prstGeom>
        </p:spPr>
      </p:pic>
      <p:pic>
        <p:nvPicPr>
          <p:cNvPr id="17" name="Picture 9">
            <a:extLst>
              <a:ext uri="{FF2B5EF4-FFF2-40B4-BE49-F238E27FC236}">
                <a16:creationId xmlns:a16="http://schemas.microsoft.com/office/drawing/2014/main" id="{10F2F014-BA0F-4AD1-8F05-660947072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2FF3FB1-3E32-41EB-B6D3-9811DD4BF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520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7595" y="347789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Objectifs du sous-groupe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18170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250307" y="1098427"/>
            <a:ext cx="11491268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+mn-lt"/>
                <a:cs typeface="Arial"/>
              </a:rPr>
              <a:t>Standard CNIG Dessertes en forêt : Transport de bois et DFCI en construction</a:t>
            </a:r>
          </a:p>
          <a:p>
            <a:pPr lvl="1"/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Modélisation des linéaires et ponctuels Contraintes et Equipements en cours</a:t>
            </a:r>
          </a:p>
          <a:p>
            <a:pPr lvl="1"/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Modélisation ponctuels Points d’eau en forêt à établir</a:t>
            </a:r>
          </a:p>
          <a:p>
            <a:pPr marL="457200" lvl="1" indent="0">
              <a:buNone/>
            </a:pPr>
            <a:endParaRPr lang="fr-FR" sz="140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Objectif de la matinée</a:t>
            </a:r>
          </a:p>
          <a:p>
            <a:pPr lvl="1"/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Définir notre socle de donnée commun pour les points d’eau en forêt qui sera contenu dans le standard CNIG</a:t>
            </a:r>
          </a:p>
          <a:p>
            <a:pPr lvl="1"/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Discussions seront peut-être à continuer par mail ou 2eme réunion</a:t>
            </a:r>
          </a:p>
          <a:p>
            <a:pPr lvl="1"/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Besoin de validation par mail de l’ensemble du sous-groupe</a:t>
            </a:r>
          </a:p>
          <a:p>
            <a:pPr lvl="1"/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Les points d’eau </a:t>
            </a: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  <a:sym typeface="Wingdings" panose="05000000000000000000" pitchFamily="2" charset="2"/>
              </a:rPr>
              <a:t></a:t>
            </a: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+mn-lt"/>
                <a:cs typeface="Arial"/>
              </a:rPr>
              <a:t>Standard AFIGEO « Points d’eau » déjà existant</a:t>
            </a: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r>
              <a:rPr lang="fr-FR" sz="1600" b="0" dirty="0">
                <a:solidFill>
                  <a:srgbClr val="333333"/>
                </a:solidFill>
                <a:latin typeface="+mn-lt"/>
                <a:cs typeface="Arial"/>
              </a:rPr>
              <a:t>Modèle de données conçu pour les PEI (</a:t>
            </a:r>
            <a:r>
              <a:rPr lang="fr-FR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AFIGEO</a:t>
            </a:r>
            <a:r>
              <a:rPr lang="fr-FR" sz="1600" b="0" dirty="0">
                <a:solidFill>
                  <a:srgbClr val="333333"/>
                </a:solidFill>
                <a:latin typeface="+mn-lt"/>
                <a:cs typeface="Arial"/>
              </a:rPr>
              <a:t>)</a:t>
            </a:r>
            <a:endParaRPr lang="fr-FR" sz="1600" b="0" dirty="0">
              <a:solidFill>
                <a:srgbClr val="000000"/>
              </a:solidFill>
              <a:latin typeface="+mn-lt"/>
              <a:cs typeface="Arial"/>
            </a:endParaRP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r>
              <a:rPr lang="fr-FR" sz="1600" b="0" dirty="0">
                <a:solidFill>
                  <a:srgbClr val="333333"/>
                </a:solidFill>
                <a:latin typeface="+mn-lt"/>
                <a:cs typeface="Arial"/>
              </a:rPr>
              <a:t>Utilisé dans </a:t>
            </a:r>
            <a:r>
              <a:rPr lang="fr-FR" sz="1600" b="0" dirty="0" err="1">
                <a:solidFill>
                  <a:srgbClr val="333333"/>
                </a:solidFill>
                <a:latin typeface="+mn-lt"/>
                <a:cs typeface="Arial"/>
              </a:rPr>
              <a:t>NexSIS</a:t>
            </a:r>
            <a:r>
              <a:rPr lang="fr-FR" sz="1600" b="0" dirty="0">
                <a:solidFill>
                  <a:srgbClr val="333333"/>
                </a:solidFill>
                <a:latin typeface="+mn-lt"/>
                <a:cs typeface="Arial"/>
              </a:rPr>
              <a:t> </a:t>
            </a: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Problème : ne couvre pas/n’est pas spécialisé pour les points d’eau en forêt</a:t>
            </a:r>
          </a:p>
          <a:p>
            <a:pPr lvl="1"/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457200" lvl="1" indent="0" algn="just">
              <a:spcBef>
                <a:spcPts val="267"/>
              </a:spcBef>
              <a:spcAft>
                <a:spcPts val="267"/>
              </a:spcAft>
              <a:buNone/>
            </a:pPr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67" b="0" i="1" dirty="0">
              <a:latin typeface="+mn-lt"/>
              <a:ea typeface="Calibri"/>
              <a:cs typeface="Calibri"/>
            </a:endParaRPr>
          </a:p>
          <a:p>
            <a:pPr lvl="1"/>
            <a:endParaRPr lang="fr-FR" sz="1867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lvl="1"/>
            <a:endParaRPr lang="fr-FR" sz="1867" b="0" dirty="0">
              <a:latin typeface="+mn-lt"/>
            </a:endParaRPr>
          </a:p>
          <a:p>
            <a:pPr lvl="1">
              <a:spcBef>
                <a:spcPts val="400"/>
              </a:spcBef>
            </a:pPr>
            <a:endParaRPr lang="fr-FR" sz="1867" b="0" dirty="0">
              <a:solidFill>
                <a:srgbClr val="000000"/>
              </a:solidFill>
              <a:latin typeface="+mn-lt"/>
              <a:ea typeface="Times New Roman" panose="02020603050405020304" pitchFamily="18" charset="0"/>
              <a:cs typeface="Arial"/>
            </a:endParaRPr>
          </a:p>
          <a:p>
            <a:pPr lvl="1"/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 lvl="1">
              <a:spcBef>
                <a:spcPts val="400"/>
              </a:spcBef>
            </a:pPr>
            <a:endParaRPr lang="fr-FR" sz="1867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D45D7053-98AF-4A07-9E73-AB2DF62757F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003" y="4688178"/>
            <a:ext cx="626348" cy="626348"/>
          </a:xfrm>
          <a:prstGeom prst="rect">
            <a:avLst/>
          </a:prstGeom>
          <a:ln>
            <a:noFill/>
          </a:ln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A1D6A823-D8B3-4569-B06E-DEDD59EFAE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0644" y="4791230"/>
            <a:ext cx="1381016" cy="350356"/>
          </a:xfrm>
          <a:prstGeom prst="rect">
            <a:avLst/>
          </a:prstGeom>
          <a:ln>
            <a:noFill/>
          </a:ln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8963FB3-8EF4-433A-87D8-A395D96A505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981" y="4514207"/>
            <a:ext cx="554047" cy="554047"/>
          </a:xfrm>
          <a:prstGeom prst="rect">
            <a:avLst/>
          </a:prstGeom>
          <a:ln>
            <a:noFill/>
          </a:ln>
        </p:spPr>
      </p:pic>
      <p:sp>
        <p:nvSpPr>
          <p:cNvPr id="15" name="Espace réservé du pied de page 10">
            <a:extLst>
              <a:ext uri="{FF2B5EF4-FFF2-40B4-BE49-F238E27FC236}">
                <a16:creationId xmlns:a16="http://schemas.microsoft.com/office/drawing/2014/main" id="{6D4040AD-2685-4A47-B6EC-3D8C9141D9ED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25" name="Espace réservé du numéro de diapositive 16">
            <a:extLst>
              <a:ext uri="{FF2B5EF4-FFF2-40B4-BE49-F238E27FC236}">
                <a16:creationId xmlns:a16="http://schemas.microsoft.com/office/drawing/2014/main" id="{C01EF03E-82CD-4601-8D32-ECA15D836566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8</a:t>
            </a:fld>
            <a:endParaRPr lang="fr-FR" sz="1000" b="1" dirty="0"/>
          </a:p>
        </p:txBody>
      </p:sp>
      <p:pic>
        <p:nvPicPr>
          <p:cNvPr id="26" name="Picture 9">
            <a:extLst>
              <a:ext uri="{FF2B5EF4-FFF2-40B4-BE49-F238E27FC236}">
                <a16:creationId xmlns:a16="http://schemas.microsoft.com/office/drawing/2014/main" id="{671AC385-F36B-4574-9214-DFCC08D1D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3E50D1-2A21-4DDB-AA39-5B6951DD1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e la date 2">
            <a:extLst>
              <a:ext uri="{FF2B5EF4-FFF2-40B4-BE49-F238E27FC236}">
                <a16:creationId xmlns:a16="http://schemas.microsoft.com/office/drawing/2014/main" id="{3F456AAD-9575-427E-ACD9-7BB0339D990D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</p:spTree>
    <p:extLst>
      <p:ext uri="{BB962C8B-B14F-4D97-AF65-F5344CB8AC3E}">
        <p14:creationId xmlns:p14="http://schemas.microsoft.com/office/powerpoint/2010/main" val="2017848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Points d’attention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BA94DC30-A1A6-461F-8B50-096B6AC8A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89" y="1319313"/>
            <a:ext cx="623740" cy="623740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0FC948AE-773B-40A9-9ED8-2A1AB050C902}"/>
              </a:ext>
            </a:extLst>
          </p:cNvPr>
          <p:cNvSpPr txBox="1"/>
          <p:nvPr/>
        </p:nvSpPr>
        <p:spPr>
          <a:xfrm>
            <a:off x="920444" y="1265944"/>
            <a:ext cx="11344825" cy="1898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67" b="1" dirty="0"/>
              <a:t>Modélisation</a:t>
            </a:r>
            <a:r>
              <a:rPr lang="fr-FR" sz="1867" dirty="0"/>
              <a:t> =</a:t>
            </a:r>
          </a:p>
          <a:p>
            <a:r>
              <a:rPr lang="fr-FR" sz="1867" dirty="0"/>
              <a:t>Définir un socle de données minimal commun :</a:t>
            </a:r>
          </a:p>
          <a:p>
            <a:r>
              <a:rPr lang="fr-FR" sz="1867" dirty="0"/>
              <a:t>On ne redéfinit ni les </a:t>
            </a:r>
            <a:r>
              <a:rPr lang="fr-FR" sz="1867" dirty="0" err="1"/>
              <a:t>BDs</a:t>
            </a:r>
            <a:r>
              <a:rPr lang="fr-FR" sz="1867" dirty="0"/>
              <a:t>, ni outils, ni les cartographies métiers !</a:t>
            </a:r>
          </a:p>
          <a:p>
            <a:r>
              <a:rPr lang="fr-FR" sz="1867" dirty="0"/>
              <a:t>Il n’a pas vocation à être exhaustif et à répondre à tous les usages. Il doit être facilement implémentable dans les SI des producteurs et des utilisateurs de la donnée.</a:t>
            </a:r>
          </a:p>
          <a:p>
            <a:endParaRPr lang="fr-FR" sz="24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8CA874C-FF39-47F3-B6CB-1D51492A8661}"/>
              </a:ext>
            </a:extLst>
          </p:cNvPr>
          <p:cNvSpPr txBox="1"/>
          <p:nvPr/>
        </p:nvSpPr>
        <p:spPr>
          <a:xfrm>
            <a:off x="920445" y="3627887"/>
            <a:ext cx="10830963" cy="1528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67" b="1" dirty="0"/>
              <a:t>Concertation</a:t>
            </a:r>
            <a:r>
              <a:rPr lang="fr-FR" sz="1867" dirty="0"/>
              <a:t> =</a:t>
            </a:r>
          </a:p>
          <a:p>
            <a:r>
              <a:rPr lang="fr-FR" sz="1867" dirty="0"/>
              <a:t>Tous les travaux sont ouverts et chaque acteur participant (à distance ou en présentiel) a une voix durant toutes les phases de standardisation (modélisation, écriture, relecture, appel à commentaires)</a:t>
            </a:r>
          </a:p>
          <a:p>
            <a:endParaRPr lang="fr-FR" sz="1867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281FB2F7-B50F-4180-8557-FDA8B89F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90" y="3744937"/>
            <a:ext cx="623740" cy="623740"/>
          </a:xfrm>
          <a:prstGeom prst="rect">
            <a:avLst/>
          </a:prstGeom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14BE73E-3719-419B-A08A-CA7E9693749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F0F73F4B-49BE-420F-922E-E1462DB63385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9</a:t>
            </a:fld>
            <a:endParaRPr lang="fr-FR" sz="1000" b="1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20EB85F-4B18-400A-B72F-162FE7826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Espace réservé de la date 2">
            <a:extLst>
              <a:ext uri="{FF2B5EF4-FFF2-40B4-BE49-F238E27FC236}">
                <a16:creationId xmlns:a16="http://schemas.microsoft.com/office/drawing/2014/main" id="{1EE09997-AB0A-4FA6-ADE0-97073BEE1553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</p:spTree>
    <p:extLst>
      <p:ext uri="{BB962C8B-B14F-4D97-AF65-F5344CB8AC3E}">
        <p14:creationId xmlns:p14="http://schemas.microsoft.com/office/powerpoint/2010/main" val="2546789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Participants GT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F4303A7B-4028-4734-8ECA-ACD667C4C0C6}"/>
              </a:ext>
            </a:extLst>
          </p:cNvPr>
          <p:cNvGraphicFramePr>
            <a:graphicFrameLocks noGrp="1"/>
          </p:cNvGraphicFramePr>
          <p:nvPr/>
        </p:nvGraphicFramePr>
        <p:xfrm>
          <a:off x="308124" y="1333572"/>
          <a:ext cx="11575752" cy="3411220"/>
        </p:xfrm>
        <a:graphic>
          <a:graphicData uri="http://schemas.openxmlformats.org/drawingml/2006/table">
            <a:tbl>
              <a:tblPr/>
              <a:tblGrid>
                <a:gridCol w="5658954">
                  <a:extLst>
                    <a:ext uri="{9D8B030D-6E8A-4147-A177-3AD203B41FA5}">
                      <a16:colId xmlns:a16="http://schemas.microsoft.com/office/drawing/2014/main" val="370660507"/>
                    </a:ext>
                  </a:extLst>
                </a:gridCol>
                <a:gridCol w="5916798">
                  <a:extLst>
                    <a:ext uri="{9D8B030D-6E8A-4147-A177-3AD203B41FA5}">
                      <a16:colId xmlns:a16="http://schemas.microsoft.com/office/drawing/2014/main" val="40558256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ARDFCI 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(Association Régionale DFCI)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FORET D'ICI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283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CFBL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(Coopérative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Fransylva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8844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CNPF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(Centre National de la Propriété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GCF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(Groupe Coopération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1172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CRIGE PACA (Centre de Ressources en Information Géographique en PACA)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GIP ATGeRi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(Groupement d’Intérêt Public Aménagement du Territoire et Gestion des Risques)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064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DDT39 Jura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(Direction Départementale des Territoires)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IGN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(Institut national de l'information géographique et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19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DDT55 Meuse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Ministère de l'Agriculture et de la Souveraineté alimentaire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619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DDT68 Haut Rhin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Ministère de l'Intérieur - BOMSIS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022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242424"/>
                          </a:solidFill>
                          <a:effectLst/>
                          <a:latin typeface="+mn-lt"/>
                        </a:rPr>
                        <a:t>DDT88 Vosges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ONF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(Office National des Forêts)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5786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DPFM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(Délégation à la Protection de la Forêt Méditerranéenne)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OPENIG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(Occitanie Pyrénées en Intelligence Géomatique)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0205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DRAAF Auvergne Rhône Alpes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SDIS17 Charente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(Service Départemental d'Incendie et de Secours)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77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Entente Valabre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242424"/>
                          </a:solidFill>
                          <a:effectLst/>
                          <a:latin typeface="+mn-lt"/>
                        </a:rPr>
                        <a:t>SDIS66 Pyrénées-Orientales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8181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FCBA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(Institut technologie Forêt Cellulose Bois-Construction Ameublement)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 Mauffrey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8668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FNCOFOR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(Fédération nationale des communes forestières)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Transports Fontan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0241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FNEDT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(Fédération nationale des entrepreneurs de travaux agricoles, forestiers et ruraux)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Transports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Masnada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753756"/>
                  </a:ext>
                </a:extLst>
              </a:tr>
            </a:tbl>
          </a:graphicData>
        </a:graphic>
      </p:graphicFrame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E7991794-4071-4EC0-B0D0-EF78A599BD2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94025" y="4871282"/>
            <a:ext cx="5803951" cy="1757824"/>
          </a:xfrm>
        </p:spPr>
        <p:txBody>
          <a:bodyPr/>
          <a:lstStyle/>
          <a:p>
            <a:pPr marL="239994" lvl="1" indent="0" algn="ctr">
              <a:buNone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Liste diffusion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200" b="0" dirty="0">
                <a:solidFill>
                  <a:srgbClr val="000000"/>
                </a:solidFill>
                <a:latin typeface="+mn-lt"/>
              </a:rPr>
              <a:t>+100aine personnes </a:t>
            </a:r>
          </a:p>
          <a:p>
            <a:pPr marL="239994" lvl="1" indent="0" algn="ctr">
              <a:buNone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56 membres actifs jusqu’ici dans le GT</a:t>
            </a:r>
          </a:p>
          <a:p>
            <a:pPr marL="239994" lvl="1" indent="0" algn="ctr">
              <a:buNone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Sous-groupe Points d’eau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200" b="0" dirty="0">
                <a:solidFill>
                  <a:srgbClr val="000000"/>
                </a:solidFill>
                <a:latin typeface="+mn-lt"/>
              </a:rPr>
              <a:t>40aine de volontaires</a:t>
            </a:r>
          </a:p>
          <a:p>
            <a:pPr marL="239994" lvl="1" indent="0" algn="ctr">
              <a:buNone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Atelier #3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200" b="0" dirty="0">
                <a:solidFill>
                  <a:srgbClr val="000000"/>
                </a:solidFill>
                <a:latin typeface="+mn-lt"/>
              </a:rPr>
              <a:t>31 participants</a:t>
            </a:r>
          </a:p>
          <a:p>
            <a:pPr lvl="1" algn="just"/>
            <a:endParaRPr lang="fr-FR" sz="1600" b="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BBB48740-B09F-4214-89AB-71960608F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031" y="5071355"/>
            <a:ext cx="1893276" cy="1357678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95144120-9D41-4F36-9697-1DB3030C78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186" y="5395792"/>
            <a:ext cx="1012579" cy="708805"/>
          </a:xfrm>
          <a:prstGeom prst="rect">
            <a:avLst/>
          </a:prstGeom>
        </p:spPr>
      </p:pic>
      <p:sp>
        <p:nvSpPr>
          <p:cNvPr id="26" name="Espace réservé du pied de page 10">
            <a:extLst>
              <a:ext uri="{FF2B5EF4-FFF2-40B4-BE49-F238E27FC236}">
                <a16:creationId xmlns:a16="http://schemas.microsoft.com/office/drawing/2014/main" id="{EB106411-2B65-4B85-883B-E4EA1149DED7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29" name="Espace réservé du numéro de diapositive 16">
            <a:extLst>
              <a:ext uri="{FF2B5EF4-FFF2-40B4-BE49-F238E27FC236}">
                <a16:creationId xmlns:a16="http://schemas.microsoft.com/office/drawing/2014/main" id="{3CDB60FF-2293-45B8-90AE-58A86C832B44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10</a:t>
            </a:fld>
            <a:endParaRPr lang="fr-FR" sz="1000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61974C2-FEB4-4ACF-A03C-DAFB648EFA5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969" y="168504"/>
            <a:ext cx="773723" cy="773723"/>
          </a:xfrm>
          <a:prstGeom prst="rect">
            <a:avLst/>
          </a:prstGeom>
          <a:ln>
            <a:noFill/>
          </a:ln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FD1CCBE-6686-4984-9C66-5F8EDD192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Espace réservé de la date 2">
            <a:extLst>
              <a:ext uri="{FF2B5EF4-FFF2-40B4-BE49-F238E27FC236}">
                <a16:creationId xmlns:a16="http://schemas.microsoft.com/office/drawing/2014/main" id="{8CE5F986-2D16-418C-B8F7-528C64BB408C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</p:spTree>
    <p:extLst>
      <p:ext uri="{BB962C8B-B14F-4D97-AF65-F5344CB8AC3E}">
        <p14:creationId xmlns:p14="http://schemas.microsoft.com/office/powerpoint/2010/main" val="585246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4A21B9-D2B4-49C3-B39A-984967DE242D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Mise en commun</a:t>
            </a:r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E202880A-E9CF-4E9D-8B29-5DB98A7B5984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2007A2-99E4-4F9F-A223-1CF2C8BA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28CB49-4516-4C3D-974F-D42AC1FF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11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229FB1-4DA2-4B2D-91F4-CE1A746FE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210" y="2287770"/>
            <a:ext cx="1655580" cy="165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14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Définitions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3C75DE51-7AF8-424F-A9A0-2F6560CEC849}"/>
              </a:ext>
            </a:extLst>
          </p:cNvPr>
          <p:cNvSpPr txBox="1"/>
          <p:nvPr/>
        </p:nvSpPr>
        <p:spPr>
          <a:xfrm>
            <a:off x="504335" y="2030858"/>
            <a:ext cx="10830964" cy="2965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67" b="1" dirty="0"/>
              <a:t>DFCI / DECI </a:t>
            </a:r>
            <a:r>
              <a:rPr lang="fr-FR" sz="1867" dirty="0"/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867" dirty="0"/>
              <a:t>Défense des forêts contre les incendies / Défense extérieure contre l’incendie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867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67" b="1" dirty="0"/>
              <a:t>PEI</a:t>
            </a:r>
            <a:r>
              <a:rPr lang="fr-FR" sz="1867" dirty="0"/>
              <a:t>? Terme spécifique pour points d’eau en forêt? (slide suivante)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867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67" b="1" dirty="0"/>
              <a:t>Autres termes </a:t>
            </a:r>
            <a:r>
              <a:rPr lang="fr-FR" sz="1867" dirty="0"/>
              <a:t>à identifier dans le standard/à mettre à plat?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867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67" b="1" dirty="0"/>
              <a:t>Référentiel national de la DECI du 15 décembre 2015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867" dirty="0"/>
              <a:t>Plus récent?</a:t>
            </a:r>
          </a:p>
          <a:p>
            <a:endParaRPr lang="fr-FR" sz="1867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14BE73E-3719-419B-A08A-CA7E9693749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F0F73F4B-49BE-420F-922E-E1462DB63385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12</a:t>
            </a:fld>
            <a:endParaRPr lang="fr-FR" sz="1000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131D793-DEF1-4BDE-9570-0449B733F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597" y="184633"/>
            <a:ext cx="870133" cy="870133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47666C-C8F9-4B3F-B7EB-C81B70DED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e la date 2">
            <a:extLst>
              <a:ext uri="{FF2B5EF4-FFF2-40B4-BE49-F238E27FC236}">
                <a16:creationId xmlns:a16="http://schemas.microsoft.com/office/drawing/2014/main" id="{F8D837F3-E7C2-4C5C-A806-89620E065342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</p:spTree>
    <p:extLst>
      <p:ext uri="{BB962C8B-B14F-4D97-AF65-F5344CB8AC3E}">
        <p14:creationId xmlns:p14="http://schemas.microsoft.com/office/powerpoint/2010/main" val="2109734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PEI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3C75DE51-7AF8-424F-A9A0-2F6560CEC849}"/>
              </a:ext>
            </a:extLst>
          </p:cNvPr>
          <p:cNvSpPr txBox="1"/>
          <p:nvPr/>
        </p:nvSpPr>
        <p:spPr>
          <a:xfrm>
            <a:off x="433997" y="1617620"/>
            <a:ext cx="10830964" cy="325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67" dirty="0"/>
              <a:t>p.14 référentiel 15/12/2025</a:t>
            </a:r>
          </a:p>
          <a:p>
            <a:endParaRPr lang="fr-FR" sz="1867" dirty="0"/>
          </a:p>
          <a:p>
            <a:r>
              <a:rPr lang="fr-FR" sz="1867" dirty="0"/>
              <a:t>Les P.E.I. utilisables sont des ouvrages publics ou privés constitués par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67" dirty="0"/>
              <a:t>les bouches et poteaux d’incendie alimentés à partir d’un réseau de distribution d’eau</a:t>
            </a:r>
          </a:p>
          <a:p>
            <a:r>
              <a:rPr lang="fr-FR" sz="1867" dirty="0"/>
              <a:t>(potable ou brute) sous pression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67" dirty="0"/>
              <a:t>les points de ressource en eau naturels ou artificiels équipés d’aires d'aspiration ou</a:t>
            </a:r>
          </a:p>
          <a:p>
            <a:r>
              <a:rPr lang="fr-FR" sz="1867" dirty="0"/>
              <a:t>de raccordement des moyens de lutte contre l’incendie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67" dirty="0"/>
              <a:t>tout autre point d’eau conforme aux spécifications fixées pour chaque département.</a:t>
            </a:r>
          </a:p>
          <a:p>
            <a:endParaRPr lang="fr-FR" sz="1867" dirty="0"/>
          </a:p>
          <a:p>
            <a:r>
              <a:rPr lang="fr-FR" sz="1867" dirty="0"/>
              <a:t>Un point d’eau incendie est caractérisé par sa nature, sa localisation, sa capacité, la</a:t>
            </a:r>
          </a:p>
          <a:p>
            <a:r>
              <a:rPr lang="fr-FR" sz="1867" dirty="0"/>
              <a:t>capacité de la ressource qui l’alimente et sa numérotation.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14BE73E-3719-419B-A08A-CA7E9693749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F0F73F4B-49BE-420F-922E-E1462DB63385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13</a:t>
            </a:fld>
            <a:endParaRPr lang="fr-FR" sz="1000" b="1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6CA69F8-2BC7-4486-B3C6-8A40221B93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755" y="549272"/>
            <a:ext cx="626348" cy="626348"/>
          </a:xfrm>
          <a:prstGeom prst="rect">
            <a:avLst/>
          </a:prstGeom>
          <a:ln>
            <a:noFill/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6F63AB1-FA0F-4713-9B21-5F0A027382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733" y="375301"/>
            <a:ext cx="554047" cy="554047"/>
          </a:xfrm>
          <a:prstGeom prst="rect">
            <a:avLst/>
          </a:prstGeom>
          <a:ln>
            <a:noFill/>
          </a:ln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0405049-3DE1-4D10-B7F7-A2B090597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Espace réservé de la date 2">
            <a:extLst>
              <a:ext uri="{FF2B5EF4-FFF2-40B4-BE49-F238E27FC236}">
                <a16:creationId xmlns:a16="http://schemas.microsoft.com/office/drawing/2014/main" id="{768830BE-D086-40BB-BBD2-91032E1F9694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</p:spTree>
    <p:extLst>
      <p:ext uri="{BB962C8B-B14F-4D97-AF65-F5344CB8AC3E}">
        <p14:creationId xmlns:p14="http://schemas.microsoft.com/office/powerpoint/2010/main" val="2615507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Classe spéciale BD TOPO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3C75DE51-7AF8-424F-A9A0-2F6560CEC849}"/>
              </a:ext>
            </a:extLst>
          </p:cNvPr>
          <p:cNvSpPr txBox="1"/>
          <p:nvPr/>
        </p:nvSpPr>
        <p:spPr>
          <a:xfrm>
            <a:off x="504335" y="1318682"/>
            <a:ext cx="10830964" cy="4811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BD TOPO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Est </a:t>
            </a:r>
            <a:r>
              <a:rPr lang="fr-FR" sz="1600" b="1" dirty="0"/>
              <a:t>réceptacle des données de la Loi Incendie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Déjà utilisé pour </a:t>
            </a:r>
            <a:r>
              <a:rPr lang="fr-FR" sz="1600" dirty="0" err="1"/>
              <a:t>NexSIS</a:t>
            </a:r>
            <a:endParaRPr lang="fr-F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BD TOPO sera conforme au standard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dirty="0"/>
              <a:t>IGN propose fonctionnement avec une </a:t>
            </a:r>
            <a:r>
              <a:rPr lang="fr-FR" sz="1600" b="1" dirty="0"/>
              <a:t>classe spéciale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1 table / classe spéciale, indépendante de la BD TOPO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pas d’impact sur l’ensemble des ponctuels BD TOPO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Intégration des besoins spécifiques DFCI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1600" dirty="0"/>
              <a:t>Fonctionne déjà pour les ponctuels Contraintes et Equipements</a:t>
            </a:r>
            <a:endParaRPr lang="fr-FR" sz="1600" b="1" dirty="0"/>
          </a:p>
          <a:p>
            <a:endParaRPr lang="fr-FR" sz="1600" b="1" dirty="0"/>
          </a:p>
          <a:p>
            <a:r>
              <a:rPr lang="fr-FR" sz="1600" b="1" dirty="0"/>
              <a:t>Données publiques sensibles</a:t>
            </a:r>
            <a:endParaRPr lang="fr-F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dirty="0"/>
              <a:t>La Loi Incendie stipule que les données sont « </a:t>
            </a:r>
            <a:r>
              <a:rPr kumimoji="0" lang="fr-FR" sz="16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mise à disposition gratuitement et librement […] sur un portail national commun 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0" lang="fr-FR" sz="160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0000"/>
                </a:solidFill>
              </a:rPr>
              <a:t>Données points d’eau p</a:t>
            </a:r>
            <a:r>
              <a:rPr kumimoji="0" lang="fr-FR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as restreint à </a:t>
            </a:r>
            <a:r>
              <a:rPr kumimoji="0" lang="fr-FR" sz="16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NexSIS</a:t>
            </a:r>
            <a:r>
              <a:rPr kumimoji="0" lang="fr-FR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présentes dans le standard global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0000"/>
                </a:solidFill>
              </a:rPr>
              <a:t>Possibilité de restreindre l’accès de la classe?</a:t>
            </a:r>
            <a:endParaRPr lang="fr-FR" sz="1600" dirty="0"/>
          </a:p>
          <a:p>
            <a:endParaRPr lang="fr-FR" sz="1867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14BE73E-3719-419B-A08A-CA7E9693749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F0F73F4B-49BE-420F-922E-E1462DB63385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14</a:t>
            </a:fld>
            <a:endParaRPr lang="fr-FR" sz="1000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C6BEFEA-6B05-4FEF-8F28-A73F0D7B1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358" y="1635368"/>
            <a:ext cx="1215965" cy="1215965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DDB510-08F5-4F50-9D34-EF78AF350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Espace réservé de la date 2">
            <a:extLst>
              <a:ext uri="{FF2B5EF4-FFF2-40B4-BE49-F238E27FC236}">
                <a16:creationId xmlns:a16="http://schemas.microsoft.com/office/drawing/2014/main" id="{2509F699-B231-4611-B21F-05C14CA422AF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</p:spTree>
    <p:extLst>
      <p:ext uri="{BB962C8B-B14F-4D97-AF65-F5344CB8AC3E}">
        <p14:creationId xmlns:p14="http://schemas.microsoft.com/office/powerpoint/2010/main" val="2044932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4A21B9-D2B4-49C3-B39A-984967DE242D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792335" y="2769990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Atelier de modélisation</a:t>
            </a:r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E202880A-E9CF-4E9D-8B29-5DB98A7B5984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2007A2-99E4-4F9F-A223-1CF2C8BA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dirty="0"/>
              <a:t>27/11/2025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28CB49-4516-4C3D-974F-D42AC1FF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15</a:t>
            </a:fld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892F759-9BB3-4490-A8B1-B825B65D3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224" y="2506221"/>
            <a:ext cx="1284776" cy="137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93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59A0-8D28-73CE-FC3C-07C1F2AF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08525-092B-97F0-719E-F2B4ACA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396000" y="637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48205-CEA1-74EA-3B52-D14C79F5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49CAF71-85BB-E46B-C9EF-3972E4D63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000" y="1619961"/>
            <a:ext cx="11232000" cy="3375297"/>
          </a:xfrm>
        </p:spPr>
        <p:txBody>
          <a:bodyPr/>
          <a:lstStyle/>
          <a:p>
            <a:r>
              <a:rPr lang="fr-FR" sz="2667" dirty="0">
                <a:cs typeface="Arial"/>
              </a:rPr>
              <a:t>On travaille sur excel </a:t>
            </a:r>
          </a:p>
          <a:p>
            <a:r>
              <a:rPr lang="fr-FR" sz="2667" dirty="0">
                <a:cs typeface="Arial"/>
              </a:rPr>
              <a:t>	- tableau disponible sur GitHub (lien dans le tchat)</a:t>
            </a:r>
          </a:p>
          <a:p>
            <a:endParaRPr lang="fr-FR" sz="2400" dirty="0"/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F1DCB85A-A34F-4AAE-85E5-400DFC79239D}"/>
              </a:ext>
            </a:extLst>
          </p:cNvPr>
          <p:cNvSpPr txBox="1">
            <a:spLocks/>
          </p:cNvSpPr>
          <p:nvPr/>
        </p:nvSpPr>
        <p:spPr bwMode="gray">
          <a:xfrm>
            <a:off x="3926144" y="240000"/>
            <a:ext cx="7905601" cy="4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467" dirty="0"/>
              <a:t>Démarche</a:t>
            </a:r>
            <a:endParaRPr lang="fr-FR" sz="100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130CD4-EFAA-483A-9331-8E23B700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27/11/2025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9A6B0D3-8DF6-435B-96EF-4D279E18D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14" y="2804928"/>
            <a:ext cx="11571431" cy="288170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BAAAC15-0E7D-4580-BAEB-7D4C6F48DC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136824"/>
            <a:ext cx="928861" cy="92886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4404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467" y="1018758"/>
            <a:ext cx="9479065" cy="812501"/>
          </a:xfrm>
        </p:spPr>
        <p:txBody>
          <a:bodyPr/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C’est parti!</a:t>
            </a:r>
            <a:endParaRPr lang="fr-FR" dirty="0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805E3675-3310-48C8-A4BE-B4F4B7154945}"/>
              </a:ext>
            </a:extLst>
          </p:cNvPr>
          <p:cNvGrpSpPr/>
          <p:nvPr/>
        </p:nvGrpSpPr>
        <p:grpSpPr>
          <a:xfrm>
            <a:off x="4413438" y="1926478"/>
            <a:ext cx="3365125" cy="3005044"/>
            <a:chOff x="7896924" y="2442440"/>
            <a:chExt cx="3365125" cy="3005044"/>
          </a:xfrm>
        </p:grpSpPr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D4AED9CB-15FF-40C0-8744-D98FE3832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4977" y="2442440"/>
              <a:ext cx="2708097" cy="27080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5CEF4E11-B1E9-405B-90B5-7BDC8F98C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1006" y="4159742"/>
              <a:ext cx="1287742" cy="128774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38229820-B450-4BE9-9568-AFBDFC430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974308" y="3862797"/>
              <a:ext cx="1287741" cy="128774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F5118240-9822-419A-8C4D-58AD15D38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3317" y="3485029"/>
              <a:ext cx="313997" cy="3139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A39EC4E3-BA64-41E1-AE79-AE4EA8C35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6924" y="3642027"/>
              <a:ext cx="780550" cy="78055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6" name="Espace réservé du pied de page 10">
            <a:extLst>
              <a:ext uri="{FF2B5EF4-FFF2-40B4-BE49-F238E27FC236}">
                <a16:creationId xmlns:a16="http://schemas.microsoft.com/office/drawing/2014/main" id="{FD97CC4D-2600-4B3E-A71F-C9982568893E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3A17C1FA-16F3-4F07-82FA-43254FCA8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8" name="Espace réservé du numéro de diapositive 16">
            <a:extLst>
              <a:ext uri="{FF2B5EF4-FFF2-40B4-BE49-F238E27FC236}">
                <a16:creationId xmlns:a16="http://schemas.microsoft.com/office/drawing/2014/main" id="{76923110-CAC3-4DAF-AD52-CDA1E90FC388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17</a:t>
            </a:fld>
            <a:endParaRPr lang="fr-FR" sz="1000" b="1" dirty="0"/>
          </a:p>
        </p:txBody>
      </p:sp>
      <p:sp>
        <p:nvSpPr>
          <p:cNvPr id="15" name="Espace réservé de la date 2">
            <a:extLst>
              <a:ext uri="{FF2B5EF4-FFF2-40B4-BE49-F238E27FC236}">
                <a16:creationId xmlns:a16="http://schemas.microsoft.com/office/drawing/2014/main" id="{9132324A-16A1-4656-9133-D259FEECD093}"/>
              </a:ext>
            </a:extLst>
          </p:cNvPr>
          <p:cNvSpPr txBox="1">
            <a:spLocks/>
          </p:cNvSpPr>
          <p:nvPr/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000" b="1" cap="all"/>
              <a:t>27/11/2025</a:t>
            </a:r>
            <a:endParaRPr lang="fr-FR" sz="1000" b="1" cap="all" dirty="0"/>
          </a:p>
        </p:txBody>
      </p:sp>
    </p:spTree>
    <p:extLst>
      <p:ext uri="{BB962C8B-B14F-4D97-AF65-F5344CB8AC3E}">
        <p14:creationId xmlns:p14="http://schemas.microsoft.com/office/powerpoint/2010/main" val="1852055849"/>
      </p:ext>
    </p:extLst>
  </p:cSld>
  <p:clrMapOvr>
    <a:masterClrMapping/>
  </p:clrMapOvr>
</p:sld>
</file>

<file path=ppt/theme/theme1.xml><?xml version="1.0" encoding="utf-8"?>
<a:theme xmlns:a="http://schemas.openxmlformats.org/drawingml/2006/main" name="1-Titre-Tex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294C8431-1043-40E1-8AF0-DAA4A8978261}"/>
    </a:ext>
  </a:extLst>
</a:theme>
</file>

<file path=ppt/theme/theme2.xml><?xml version="1.0" encoding="utf-8"?>
<a:theme xmlns:a="http://schemas.openxmlformats.org/drawingml/2006/main" name="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3.xml><?xml version="1.0" encoding="utf-8"?>
<a:theme xmlns:a="http://schemas.openxmlformats.org/drawingml/2006/main" name="1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4.xml><?xml version="1.0" encoding="utf-8"?>
<a:theme xmlns:a="http://schemas.openxmlformats.org/drawingml/2006/main" name="SPP-19.078-1.0 - pres VERT">
  <a:themeElements>
    <a:clrScheme name="Personnalisé 2">
      <a:dk1>
        <a:srgbClr val="231F20"/>
      </a:dk1>
      <a:lt1>
        <a:sysClr val="window" lastClr="FFFFFF"/>
      </a:lt1>
      <a:dk2>
        <a:srgbClr val="0AB99B"/>
      </a:dk2>
      <a:lt2>
        <a:srgbClr val="00BEF0"/>
      </a:lt2>
      <a:accent1>
        <a:srgbClr val="96C31E"/>
      </a:accent1>
      <a:accent2>
        <a:srgbClr val="009146"/>
      </a:accent2>
      <a:accent3>
        <a:srgbClr val="FA9B1E"/>
      </a:accent3>
      <a:accent4>
        <a:srgbClr val="C83728"/>
      </a:accent4>
      <a:accent5>
        <a:srgbClr val="D71478"/>
      </a:accent5>
      <a:accent6>
        <a:srgbClr val="5A287D"/>
      </a:accent6>
      <a:hlink>
        <a:srgbClr val="0000FF"/>
      </a:hlink>
      <a:folHlink>
        <a:srgbClr val="7030A0"/>
      </a:folHlink>
    </a:clrScheme>
    <a:fontScheme name="AUSTRALIE - 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T_AUSTRALIE_MASQUE_IGN_V06.pptx" id="{D5DE042C-D723-44E0-AFEA-3E6B437F267A}" vid="{9A020044-FC93-4823-A3EC-FC852C8DBF5B}"/>
    </a:ext>
  </a:extLst>
</a:theme>
</file>

<file path=ppt/theme/theme5.xml><?xml version="1.0" encoding="utf-8"?>
<a:theme xmlns:a="http://schemas.openxmlformats.org/drawingml/2006/main" name="2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6.xml><?xml version="1.0" encoding="utf-8"?>
<a:theme xmlns:a="http://schemas.openxmlformats.org/drawingml/2006/main" name="5_2-Texte-Im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9C20BCE1-7628-425E-9B34-E384463175B8}"/>
    </a:ext>
  </a:extLst>
</a:theme>
</file>

<file path=ppt/theme/theme7.xml><?xml version="1.0" encoding="utf-8"?>
<a:theme xmlns:a="http://schemas.openxmlformats.org/drawingml/2006/main" name="3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8.xml><?xml version="1.0" encoding="utf-8"?>
<a:theme xmlns:a="http://schemas.openxmlformats.org/drawingml/2006/main" name="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2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AA600EF525E845A794782CB692D6B7" ma:contentTypeVersion="10" ma:contentTypeDescription="Crée un document." ma:contentTypeScope="" ma:versionID="a6cacba7539b31282072365483ecd0ef">
  <xsd:schema xmlns:xsd="http://www.w3.org/2001/XMLSchema" xmlns:xs="http://www.w3.org/2001/XMLSchema" xmlns:p="http://schemas.microsoft.com/office/2006/metadata/properties" xmlns:ns2="4d568f87-b25f-475a-a26b-5a1bcde8677b" xmlns:ns3="a486f84b-88b9-4459-bbe1-3ce207c7425f" targetNamespace="http://schemas.microsoft.com/office/2006/metadata/properties" ma:root="true" ma:fieldsID="6a7891a40410045817253e4d7c5934b7" ns2:_="" ns3:_="">
    <xsd:import namespace="4d568f87-b25f-475a-a26b-5a1bcde8677b"/>
    <xsd:import namespace="a486f84b-88b9-4459-bbe1-3ce207c742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68f87-b25f-475a-a26b-5a1bcde867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763f9de7-cc90-4eb3-be2e-7de001983e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6f84b-88b9-4459-bbe1-3ce207c7425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ee0ccfe-4488-482a-93ce-8802051c9c2f}" ma:internalName="TaxCatchAll" ma:showField="CatchAllData" ma:web="a486f84b-88b9-4459-bbe1-3ce207c742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86f84b-88b9-4459-bbe1-3ce207c7425f" xsi:nil="true"/>
    <lcf76f155ced4ddcb4097134ff3c332f xmlns="4d568f87-b25f-475a-a26b-5a1bcde8677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8AE7B0-E644-4B6C-9315-01664490B2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568f87-b25f-475a-a26b-5a1bcde8677b"/>
    <ds:schemaRef ds:uri="a486f84b-88b9-4459-bbe1-3ce207c742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DD4696-884E-4199-AB2F-0FA1DFAA521D}">
  <ds:schemaRefs>
    <ds:schemaRef ds:uri="4d568f87-b25f-475a-a26b-5a1bcde8677b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a486f84b-88b9-4459-bbe1-3ce207c7425f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9ADF05A-8AEA-48DF-87BB-9DFB8396FD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Masque FCBA-2017</Template>
  <TotalTime>779</TotalTime>
  <Words>1412</Words>
  <Application>Microsoft Office PowerPoint</Application>
  <PresentationFormat>Grand écran</PresentationFormat>
  <Paragraphs>258</Paragraphs>
  <Slides>17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10</vt:i4>
      </vt:variant>
      <vt:variant>
        <vt:lpstr>Titres des diapositives</vt:lpstr>
      </vt:variant>
      <vt:variant>
        <vt:i4>17</vt:i4>
      </vt:variant>
    </vt:vector>
  </HeadingPairs>
  <TitlesOfParts>
    <vt:vector size="32" baseType="lpstr">
      <vt:lpstr>Arial</vt:lpstr>
      <vt:lpstr>Calibri</vt:lpstr>
      <vt:lpstr>Courier New</vt:lpstr>
      <vt:lpstr>Marianne</vt:lpstr>
      <vt:lpstr>Webdings</vt:lpstr>
      <vt:lpstr>1-Titre-Texte</vt:lpstr>
      <vt:lpstr>Conclusion</vt:lpstr>
      <vt:lpstr>1_Conclusion</vt:lpstr>
      <vt:lpstr>SPP-19.078-1.0 - pres VERT</vt:lpstr>
      <vt:lpstr>2_Conclusion</vt:lpstr>
      <vt:lpstr>5_2-Texte-Image</vt:lpstr>
      <vt:lpstr>3_Conclusion</vt:lpstr>
      <vt:lpstr>ppt_operateurs_marianne</vt:lpstr>
      <vt:lpstr>1_ppt_operateurs_marianne</vt:lpstr>
      <vt:lpstr>2_ppt_operateurs_marianne</vt:lpstr>
      <vt:lpstr>Présentation PowerPoint</vt:lpstr>
      <vt:lpstr>Présentation PowerPoint</vt:lpstr>
      <vt:lpstr>Présentation PowerPoint</vt:lpstr>
      <vt:lpstr>Présentation PowerPoint</vt:lpstr>
      <vt:lpstr>Mise en contexte</vt:lpstr>
      <vt:lpstr>Projet</vt:lpstr>
      <vt:lpstr>Fonctionnement des outils</vt:lpstr>
      <vt:lpstr>Objectifs du sous-groupe</vt:lpstr>
      <vt:lpstr>Points d’attention</vt:lpstr>
      <vt:lpstr>Participants GT</vt:lpstr>
      <vt:lpstr>Mise en commun</vt:lpstr>
      <vt:lpstr>Définitions</vt:lpstr>
      <vt:lpstr>PEI</vt:lpstr>
      <vt:lpstr>Classe spéciale BD TOPO</vt:lpstr>
      <vt:lpstr>Atelier de modélisation</vt:lpstr>
      <vt:lpstr>Présentation PowerPoint</vt:lpstr>
      <vt:lpstr>C’est parti!</vt:lpstr>
    </vt:vector>
  </TitlesOfParts>
  <Company>FCBA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PLANNING FOR SKID TRAIL IMPLEMENTATION  AND LONG TERM TRAFFICABILITY</dc:title>
  <dc:creator>GINET Christophe</dc:creator>
  <cp:lastModifiedBy>Marion Lacroix</cp:lastModifiedBy>
  <cp:revision>138</cp:revision>
  <cp:lastPrinted>2023-06-26T09:08:24Z</cp:lastPrinted>
  <dcterms:created xsi:type="dcterms:W3CDTF">2017-08-17T05:12:22Z</dcterms:created>
  <dcterms:modified xsi:type="dcterms:W3CDTF">2025-11-26T17:04:50Z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0x01010054AA600EF525E845A794782CB692D6B7</vt:lpwstr>
  </property>
  <property fmtid="{D5CDD505-2E9C-101B-9397-08002B2CF9AE}" pid="3" name="MediaServiceImageTags">
    <vt:lpwstr/>
  </property>
</Properties>
</file>